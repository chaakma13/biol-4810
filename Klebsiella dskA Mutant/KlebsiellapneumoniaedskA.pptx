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5"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Urbanist SemiBold"/>
      <p:regular r:id="rId12"/>
      <p:bold r:id="rId13"/>
      <p:italic r:id="rId14"/>
      <p:boldItalic r:id="rId15"/>
    </p:embeddedFont>
    <p:embeddedFont>
      <p:font typeface="Urbanist"/>
      <p:regular r:id="rId16"/>
      <p:bold r:id="rId17"/>
      <p:italic r:id="rId18"/>
      <p:boldItalic r:id="rId19"/>
    </p:embeddedFont>
    <p:embeddedFont>
      <p:font typeface="Urbanist Black"/>
      <p:bold r:id="rId20"/>
      <p:boldItalic r:id="rId21"/>
    </p:embeddedFont>
    <p:embeddedFont>
      <p:font typeface="Oswald SemiBold"/>
      <p:regular r:id="rId22"/>
      <p:bold r:id="rId23"/>
    </p:embeddedFont>
    <p:embeddedFont>
      <p:font typeface="Oswald"/>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rbanistBlack-bold.fntdata"/><Relationship Id="rId22" Type="http://schemas.openxmlformats.org/officeDocument/2006/relationships/font" Target="fonts/OswaldSemiBold-regular.fntdata"/><Relationship Id="rId21" Type="http://schemas.openxmlformats.org/officeDocument/2006/relationships/font" Target="fonts/UrbanistBlack-boldItalic.fntdata"/><Relationship Id="rId24" Type="http://schemas.openxmlformats.org/officeDocument/2006/relationships/font" Target="fonts/Oswald-regular.fntdata"/><Relationship Id="rId23" Type="http://schemas.openxmlformats.org/officeDocument/2006/relationships/font" Target="fonts/OswaldSemi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Oswa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UrbanistSemiBold-bold.fntdata"/><Relationship Id="rId12" Type="http://schemas.openxmlformats.org/officeDocument/2006/relationships/font" Target="fonts/UrbanistSemiBold-regular.fntdata"/><Relationship Id="rId15" Type="http://schemas.openxmlformats.org/officeDocument/2006/relationships/font" Target="fonts/UrbanistSemiBold-boldItalic.fntdata"/><Relationship Id="rId14" Type="http://schemas.openxmlformats.org/officeDocument/2006/relationships/font" Target="fonts/UrbanistSemiBold-italic.fntdata"/><Relationship Id="rId17" Type="http://schemas.openxmlformats.org/officeDocument/2006/relationships/font" Target="fonts/Urbanist-bold.fntdata"/><Relationship Id="rId16" Type="http://schemas.openxmlformats.org/officeDocument/2006/relationships/font" Target="fonts/Urbanist-regular.fntdata"/><Relationship Id="rId19" Type="http://schemas.openxmlformats.org/officeDocument/2006/relationships/font" Target="fonts/Urbanist-boldItalic.fntdata"/><Relationship Id="rId18" Type="http://schemas.openxmlformats.org/officeDocument/2006/relationships/font" Target="fonts/Urbanist-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df56b97b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df56b97b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df56b97bcb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df56b97bcb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Transcriptome analysis examines all RNA transcripts expressed in a sample under specific conditions, compares gene expression differences between WT and mutant conditions, and identifies genes that are significantly upregulated or downregulated.</a:t>
            </a:r>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df56b97bcb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df56b97bcb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Falco: Evaluates quality of raw transcriptome reads and spits out different metrics (base quality scores, GC content, sequence </a:t>
            </a:r>
            <a:r>
              <a:rPr lang="en"/>
              <a:t>duplication</a:t>
            </a:r>
            <a:r>
              <a:rPr lang="en"/>
              <a:t>, </a:t>
            </a:r>
            <a:r>
              <a:rPr lang="en"/>
              <a:t>adapter</a:t>
            </a:r>
            <a:r>
              <a:rPr lang="en"/>
              <a:t> contamination)</a:t>
            </a:r>
            <a:endParaRPr/>
          </a:p>
          <a:p>
            <a:pPr indent="0" lvl="0" marL="0" rtl="0" algn="l">
              <a:spcBef>
                <a:spcPts val="0"/>
              </a:spcBef>
              <a:spcAft>
                <a:spcPts val="0"/>
              </a:spcAft>
              <a:buNone/>
            </a:pPr>
            <a:r>
              <a:rPr lang="en"/>
              <a:t>Fastp: Removes low-quality bases and adapter sequences</a:t>
            </a:r>
            <a:endParaRPr/>
          </a:p>
          <a:p>
            <a:pPr indent="0" lvl="0" marL="0" rtl="0" algn="l">
              <a:spcBef>
                <a:spcPts val="0"/>
              </a:spcBef>
              <a:spcAft>
                <a:spcPts val="0"/>
              </a:spcAft>
              <a:buNone/>
            </a:pPr>
            <a:r>
              <a:rPr lang="en"/>
              <a:t>Imp: prevents false differential expression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df56b97bcb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df56b97bcb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Hisat: aligns cleaned reads to reference genome</a:t>
            </a:r>
            <a:endParaRPr/>
          </a:p>
          <a:p>
            <a:pPr indent="0" lvl="0" marL="0" rtl="0" algn="l">
              <a:spcBef>
                <a:spcPts val="0"/>
              </a:spcBef>
              <a:spcAft>
                <a:spcPts val="0"/>
              </a:spcAft>
              <a:buNone/>
            </a:pPr>
            <a:r>
              <a:rPr lang="en"/>
              <a:t>Stringtie: assembles the RNA-seq reads into transcripts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df56b97bcb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df56b97bcb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Featurecounts: generate a gene expression matrix and to count reads mapped to each gene</a:t>
            </a:r>
            <a:endParaRPr/>
          </a:p>
          <a:p>
            <a:pPr indent="0" lvl="0" marL="0" rtl="0" algn="l">
              <a:spcBef>
                <a:spcPts val="0"/>
              </a:spcBef>
              <a:spcAft>
                <a:spcPts val="0"/>
              </a:spcAft>
              <a:buNone/>
            </a:pPr>
            <a:r>
              <a:rPr lang="en"/>
              <a:t>DEseq2: Compares genes expression b/t WT and Mutant</a:t>
            </a:r>
            <a:endParaRPr/>
          </a:p>
          <a:p>
            <a:pPr indent="0" lvl="0" marL="0" rtl="0" algn="l">
              <a:spcBef>
                <a:spcPts val="0"/>
              </a:spcBef>
              <a:spcAft>
                <a:spcPts val="0"/>
              </a:spcAft>
              <a:buNone/>
            </a:pPr>
            <a:r>
              <a:rPr lang="en"/>
              <a:t>P-values: Null = no difference in gene expression b/t mutant and WT. Alternative: Difference in gene expression b/t WT and mutant</a:t>
            </a:r>
            <a:endParaRPr/>
          </a:p>
          <a:p>
            <a:pPr indent="0" lvl="0" marL="0" rtl="0" algn="l">
              <a:spcBef>
                <a:spcPts val="0"/>
              </a:spcBef>
              <a:spcAft>
                <a:spcPts val="0"/>
              </a:spcAft>
              <a:buNone/>
            </a:pPr>
            <a:r>
              <a:rPr lang="en"/>
              <a:t>PCA plot: PC1 on x-axis explains 92% of all variance in dataset. Y-axis explains an additional 5%. With that being 97%, almost all differences among samples are captured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df56b97bcb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df56b97bcb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Volcano plot: </a:t>
            </a:r>
            <a:r>
              <a:rPr lang="en"/>
              <a:t>Displays statistical significance vs. fold change, Highly significant genes appear at the top of the plot, Upregulated and downregulated genes are easily identified. Clustering represents that most genes are not significant. Genes toward top of graph = significant and biologically meaningful</a:t>
            </a:r>
            <a:endParaRPr/>
          </a:p>
          <a:p>
            <a:pPr indent="0" lvl="0" marL="0" rtl="0" algn="l">
              <a:lnSpc>
                <a:spcPct val="115000"/>
              </a:lnSpc>
              <a:spcBef>
                <a:spcPts val="1200"/>
              </a:spcBef>
              <a:spcAft>
                <a:spcPts val="0"/>
              </a:spcAft>
              <a:buNone/>
            </a:pPr>
            <a:r>
              <a:rPr lang="en"/>
              <a:t>Heatmap: Visualizes expression patterns across samples, genes with similar expression cluster together, helps identify biological pathways and sample relationships. Mutants cluster together and WTs cluster together. Some genes display opposite </a:t>
            </a:r>
            <a:r>
              <a:rPr lang="en"/>
              <a:t>patterns</a:t>
            </a:r>
            <a:r>
              <a:rPr lang="en"/>
              <a:t> in WT vs mutant. E.g. bottom two genes are highly expressed in mutant but not WT.</a:t>
            </a:r>
            <a:endParaRPr/>
          </a:p>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chemeClr val="lt2"/>
        </a:solidFill>
      </p:bgPr>
    </p:bg>
    <p:spTree>
      <p:nvGrpSpPr>
        <p:cNvPr id="8" name="Shape 8"/>
        <p:cNvGrpSpPr/>
        <p:nvPr/>
      </p:nvGrpSpPr>
      <p:grpSpPr>
        <a:xfrm>
          <a:off x="0" y="0"/>
          <a:ext cx="0" cy="0"/>
          <a:chOff x="0" y="0"/>
          <a:chExt cx="0" cy="0"/>
        </a:xfrm>
      </p:grpSpPr>
      <p:sp>
        <p:nvSpPr>
          <p:cNvPr id="9" name="Google Shape;9;p2"/>
          <p:cNvSpPr txBox="1"/>
          <p:nvPr>
            <p:ph type="title"/>
          </p:nvPr>
        </p:nvSpPr>
        <p:spPr>
          <a:xfrm>
            <a:off x="228600" y="155500"/>
            <a:ext cx="8687100" cy="4688400"/>
          </a:xfrm>
          <a:prstGeom prst="rect">
            <a:avLst/>
          </a:prstGeom>
        </p:spPr>
        <p:txBody>
          <a:bodyPr anchorCtr="0" anchor="t" bIns="91425" lIns="91425" spcFirstLastPara="1" rIns="91425" wrap="square" tIns="91425">
            <a:normAutofit/>
          </a:bodyPr>
          <a:lstStyle>
            <a:lvl1pPr lvl="0" algn="ctr">
              <a:lnSpc>
                <a:spcPct val="85000"/>
              </a:lnSpc>
              <a:spcBef>
                <a:spcPts val="0"/>
              </a:spcBef>
              <a:spcAft>
                <a:spcPts val="0"/>
              </a:spcAft>
              <a:buClr>
                <a:schemeClr val="dk1"/>
              </a:buClr>
              <a:buSzPts val="20000"/>
              <a:buFont typeface="Oswald"/>
              <a:buNone/>
              <a:defRPr sz="20000"/>
            </a:lvl1pPr>
            <a:lvl2pPr lvl="1" algn="ctr">
              <a:lnSpc>
                <a:spcPct val="85000"/>
              </a:lnSpc>
              <a:spcBef>
                <a:spcPts val="0"/>
              </a:spcBef>
              <a:spcAft>
                <a:spcPts val="0"/>
              </a:spcAft>
              <a:buClr>
                <a:schemeClr val="dk1"/>
              </a:buClr>
              <a:buSzPts val="20000"/>
              <a:buFont typeface="Oswald"/>
              <a:buNone/>
              <a:defRPr sz="20000"/>
            </a:lvl2pPr>
            <a:lvl3pPr lvl="2" algn="ctr">
              <a:lnSpc>
                <a:spcPct val="85000"/>
              </a:lnSpc>
              <a:spcBef>
                <a:spcPts val="0"/>
              </a:spcBef>
              <a:spcAft>
                <a:spcPts val="0"/>
              </a:spcAft>
              <a:buClr>
                <a:schemeClr val="dk1"/>
              </a:buClr>
              <a:buSzPts val="20000"/>
              <a:buFont typeface="Oswald"/>
              <a:buNone/>
              <a:defRPr sz="20000"/>
            </a:lvl3pPr>
            <a:lvl4pPr lvl="3" algn="ctr">
              <a:lnSpc>
                <a:spcPct val="85000"/>
              </a:lnSpc>
              <a:spcBef>
                <a:spcPts val="0"/>
              </a:spcBef>
              <a:spcAft>
                <a:spcPts val="0"/>
              </a:spcAft>
              <a:buClr>
                <a:schemeClr val="dk1"/>
              </a:buClr>
              <a:buSzPts val="20000"/>
              <a:buFont typeface="Oswald"/>
              <a:buNone/>
              <a:defRPr sz="20000"/>
            </a:lvl4pPr>
            <a:lvl5pPr lvl="4" algn="ctr">
              <a:lnSpc>
                <a:spcPct val="85000"/>
              </a:lnSpc>
              <a:spcBef>
                <a:spcPts val="0"/>
              </a:spcBef>
              <a:spcAft>
                <a:spcPts val="0"/>
              </a:spcAft>
              <a:buClr>
                <a:schemeClr val="dk1"/>
              </a:buClr>
              <a:buSzPts val="20000"/>
              <a:buFont typeface="Oswald"/>
              <a:buNone/>
              <a:defRPr sz="20000"/>
            </a:lvl5pPr>
            <a:lvl6pPr lvl="5" algn="ctr">
              <a:lnSpc>
                <a:spcPct val="85000"/>
              </a:lnSpc>
              <a:spcBef>
                <a:spcPts val="0"/>
              </a:spcBef>
              <a:spcAft>
                <a:spcPts val="0"/>
              </a:spcAft>
              <a:buClr>
                <a:schemeClr val="dk1"/>
              </a:buClr>
              <a:buSzPts val="20000"/>
              <a:buFont typeface="Oswald"/>
              <a:buNone/>
              <a:defRPr sz="20000"/>
            </a:lvl6pPr>
            <a:lvl7pPr lvl="6" algn="ctr">
              <a:lnSpc>
                <a:spcPct val="85000"/>
              </a:lnSpc>
              <a:spcBef>
                <a:spcPts val="0"/>
              </a:spcBef>
              <a:spcAft>
                <a:spcPts val="0"/>
              </a:spcAft>
              <a:buClr>
                <a:schemeClr val="dk1"/>
              </a:buClr>
              <a:buSzPts val="20000"/>
              <a:buFont typeface="Oswald"/>
              <a:buNone/>
              <a:defRPr sz="20000"/>
            </a:lvl7pPr>
            <a:lvl8pPr lvl="7" algn="ctr">
              <a:lnSpc>
                <a:spcPct val="85000"/>
              </a:lnSpc>
              <a:spcBef>
                <a:spcPts val="0"/>
              </a:spcBef>
              <a:spcAft>
                <a:spcPts val="0"/>
              </a:spcAft>
              <a:buClr>
                <a:schemeClr val="dk1"/>
              </a:buClr>
              <a:buSzPts val="20000"/>
              <a:buFont typeface="Oswald"/>
              <a:buNone/>
              <a:defRPr sz="20000"/>
            </a:lvl8pPr>
            <a:lvl9pPr lvl="8" algn="ctr">
              <a:lnSpc>
                <a:spcPct val="85000"/>
              </a:lnSpc>
              <a:spcBef>
                <a:spcPts val="0"/>
              </a:spcBef>
              <a:spcAft>
                <a:spcPts val="0"/>
              </a:spcAft>
              <a:buClr>
                <a:schemeClr val="dk1"/>
              </a:buClr>
              <a:buSzPts val="20000"/>
              <a:buFont typeface="Oswald"/>
              <a:buNone/>
              <a:defRPr sz="20000"/>
            </a:lvl9pPr>
          </a:lstStyle>
          <a:p/>
        </p:txBody>
      </p:sp>
      <p:sp>
        <p:nvSpPr>
          <p:cNvPr id="10" name="Google Shape;10;p2"/>
          <p:cNvSpPr txBox="1"/>
          <p:nvPr>
            <p:ph idx="1" type="subTitle"/>
          </p:nvPr>
        </p:nvSpPr>
        <p:spPr>
          <a:xfrm>
            <a:off x="221550" y="2460150"/>
            <a:ext cx="8700900" cy="328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400"/>
              <a:buFont typeface="Urbanist SemiBold"/>
              <a:buNone/>
              <a:defRPr>
                <a:latin typeface="Urbanist SemiBold"/>
                <a:ea typeface="Urbanist SemiBold"/>
                <a:cs typeface="Urbanist SemiBold"/>
                <a:sym typeface="Urbanist SemiBold"/>
              </a:defRPr>
            </a:lvl1pPr>
            <a:lvl2pPr lvl="1" algn="ctr">
              <a:spcBef>
                <a:spcPts val="0"/>
              </a:spcBef>
              <a:spcAft>
                <a:spcPts val="0"/>
              </a:spcAft>
              <a:buClr>
                <a:schemeClr val="dk1"/>
              </a:buClr>
              <a:buSzPts val="1400"/>
              <a:buFont typeface="Oswald"/>
              <a:buNone/>
              <a:defRPr b="1">
                <a:latin typeface="Oswald"/>
                <a:ea typeface="Oswald"/>
                <a:cs typeface="Oswald"/>
                <a:sym typeface="Oswald"/>
              </a:defRPr>
            </a:lvl2pPr>
            <a:lvl3pPr lvl="2" algn="ctr">
              <a:spcBef>
                <a:spcPts val="0"/>
              </a:spcBef>
              <a:spcAft>
                <a:spcPts val="0"/>
              </a:spcAft>
              <a:buClr>
                <a:schemeClr val="dk1"/>
              </a:buClr>
              <a:buSzPts val="1400"/>
              <a:buFont typeface="Oswald"/>
              <a:buNone/>
              <a:defRPr b="1">
                <a:latin typeface="Oswald"/>
                <a:ea typeface="Oswald"/>
                <a:cs typeface="Oswald"/>
                <a:sym typeface="Oswald"/>
              </a:defRPr>
            </a:lvl3pPr>
            <a:lvl4pPr lvl="3" algn="ctr">
              <a:spcBef>
                <a:spcPts val="0"/>
              </a:spcBef>
              <a:spcAft>
                <a:spcPts val="0"/>
              </a:spcAft>
              <a:buClr>
                <a:schemeClr val="dk1"/>
              </a:buClr>
              <a:buSzPts val="1400"/>
              <a:buFont typeface="Oswald"/>
              <a:buNone/>
              <a:defRPr b="1">
                <a:latin typeface="Oswald"/>
                <a:ea typeface="Oswald"/>
                <a:cs typeface="Oswald"/>
                <a:sym typeface="Oswald"/>
              </a:defRPr>
            </a:lvl4pPr>
            <a:lvl5pPr lvl="4" algn="ctr">
              <a:spcBef>
                <a:spcPts val="0"/>
              </a:spcBef>
              <a:spcAft>
                <a:spcPts val="0"/>
              </a:spcAft>
              <a:buClr>
                <a:schemeClr val="dk1"/>
              </a:buClr>
              <a:buSzPts val="1400"/>
              <a:buFont typeface="Oswald"/>
              <a:buNone/>
              <a:defRPr b="1">
                <a:latin typeface="Oswald"/>
                <a:ea typeface="Oswald"/>
                <a:cs typeface="Oswald"/>
                <a:sym typeface="Oswald"/>
              </a:defRPr>
            </a:lvl5pPr>
            <a:lvl6pPr lvl="5" algn="ctr">
              <a:spcBef>
                <a:spcPts val="0"/>
              </a:spcBef>
              <a:spcAft>
                <a:spcPts val="0"/>
              </a:spcAft>
              <a:buClr>
                <a:schemeClr val="dk1"/>
              </a:buClr>
              <a:buSzPts val="1400"/>
              <a:buFont typeface="Oswald"/>
              <a:buNone/>
              <a:defRPr b="1">
                <a:latin typeface="Oswald"/>
                <a:ea typeface="Oswald"/>
                <a:cs typeface="Oswald"/>
                <a:sym typeface="Oswald"/>
              </a:defRPr>
            </a:lvl6pPr>
            <a:lvl7pPr lvl="6" algn="ctr">
              <a:spcBef>
                <a:spcPts val="0"/>
              </a:spcBef>
              <a:spcAft>
                <a:spcPts val="0"/>
              </a:spcAft>
              <a:buClr>
                <a:schemeClr val="dk1"/>
              </a:buClr>
              <a:buSzPts val="1400"/>
              <a:buFont typeface="Oswald"/>
              <a:buNone/>
              <a:defRPr b="1">
                <a:latin typeface="Oswald"/>
                <a:ea typeface="Oswald"/>
                <a:cs typeface="Oswald"/>
                <a:sym typeface="Oswald"/>
              </a:defRPr>
            </a:lvl7pPr>
            <a:lvl8pPr lvl="7" algn="ctr">
              <a:spcBef>
                <a:spcPts val="0"/>
              </a:spcBef>
              <a:spcAft>
                <a:spcPts val="0"/>
              </a:spcAft>
              <a:buClr>
                <a:schemeClr val="dk1"/>
              </a:buClr>
              <a:buSzPts val="1400"/>
              <a:buFont typeface="Oswald"/>
              <a:buNone/>
              <a:defRPr b="1">
                <a:latin typeface="Oswald"/>
                <a:ea typeface="Oswald"/>
                <a:cs typeface="Oswald"/>
                <a:sym typeface="Oswald"/>
              </a:defRPr>
            </a:lvl8pPr>
            <a:lvl9pPr lvl="8" algn="ctr">
              <a:spcBef>
                <a:spcPts val="0"/>
              </a:spcBef>
              <a:spcAft>
                <a:spcPts val="0"/>
              </a:spcAft>
              <a:buClr>
                <a:schemeClr val="dk1"/>
              </a:buClr>
              <a:buSzPts val="1400"/>
              <a:buFont typeface="Oswald"/>
              <a:buNone/>
              <a:defRPr b="1">
                <a:latin typeface="Oswald"/>
                <a:ea typeface="Oswald"/>
                <a:cs typeface="Oswald"/>
                <a:sym typeface="Oswald"/>
              </a:defRPr>
            </a:lvl9pPr>
          </a:lstStyle>
          <a:p/>
        </p:txBody>
      </p:sp>
      <p:sp>
        <p:nvSpPr>
          <p:cNvPr id="11" name="Google Shape;11;p2"/>
          <p:cNvSpPr txBox="1"/>
          <p:nvPr>
            <p:ph idx="2" type="subTitle"/>
          </p:nvPr>
        </p:nvSpPr>
        <p:spPr>
          <a:xfrm>
            <a:off x="221550" y="4565125"/>
            <a:ext cx="2086500" cy="354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Font typeface="Urbanist Black"/>
              <a:buNone/>
              <a:defRPr/>
            </a:lvl1pPr>
            <a:lvl2pPr lvl="1">
              <a:spcBef>
                <a:spcPts val="0"/>
              </a:spcBef>
              <a:spcAft>
                <a:spcPts val="0"/>
              </a:spcAft>
              <a:buClr>
                <a:schemeClr val="dk1"/>
              </a:buClr>
              <a:buSzPts val="1400"/>
              <a:buFont typeface="Urbanist Black"/>
              <a:buNone/>
              <a:defRPr/>
            </a:lvl2pPr>
            <a:lvl3pPr lvl="2">
              <a:spcBef>
                <a:spcPts val="0"/>
              </a:spcBef>
              <a:spcAft>
                <a:spcPts val="0"/>
              </a:spcAft>
              <a:buClr>
                <a:schemeClr val="dk1"/>
              </a:buClr>
              <a:buSzPts val="1400"/>
              <a:buFont typeface="Urbanist Black"/>
              <a:buNone/>
              <a:defRPr/>
            </a:lvl3pPr>
            <a:lvl4pPr lvl="3">
              <a:spcBef>
                <a:spcPts val="0"/>
              </a:spcBef>
              <a:spcAft>
                <a:spcPts val="0"/>
              </a:spcAft>
              <a:buClr>
                <a:schemeClr val="dk1"/>
              </a:buClr>
              <a:buSzPts val="1400"/>
              <a:buFont typeface="Urbanist Black"/>
              <a:buNone/>
              <a:defRPr/>
            </a:lvl4pPr>
            <a:lvl5pPr lvl="4">
              <a:spcBef>
                <a:spcPts val="0"/>
              </a:spcBef>
              <a:spcAft>
                <a:spcPts val="0"/>
              </a:spcAft>
              <a:buClr>
                <a:schemeClr val="dk1"/>
              </a:buClr>
              <a:buSzPts val="1400"/>
              <a:buFont typeface="Urbanist Black"/>
              <a:buNone/>
              <a:defRPr/>
            </a:lvl5pPr>
            <a:lvl6pPr lvl="5">
              <a:spcBef>
                <a:spcPts val="0"/>
              </a:spcBef>
              <a:spcAft>
                <a:spcPts val="0"/>
              </a:spcAft>
              <a:buClr>
                <a:schemeClr val="dk1"/>
              </a:buClr>
              <a:buSzPts val="1400"/>
              <a:buFont typeface="Urbanist Black"/>
              <a:buNone/>
              <a:defRPr/>
            </a:lvl6pPr>
            <a:lvl7pPr lvl="6">
              <a:spcBef>
                <a:spcPts val="0"/>
              </a:spcBef>
              <a:spcAft>
                <a:spcPts val="0"/>
              </a:spcAft>
              <a:buClr>
                <a:schemeClr val="dk1"/>
              </a:buClr>
              <a:buSzPts val="1400"/>
              <a:buFont typeface="Urbanist Black"/>
              <a:buNone/>
              <a:defRPr/>
            </a:lvl7pPr>
            <a:lvl8pPr lvl="7">
              <a:spcBef>
                <a:spcPts val="0"/>
              </a:spcBef>
              <a:spcAft>
                <a:spcPts val="0"/>
              </a:spcAft>
              <a:buClr>
                <a:schemeClr val="dk1"/>
              </a:buClr>
              <a:buSzPts val="1400"/>
              <a:buFont typeface="Urbanist Black"/>
              <a:buNone/>
              <a:defRPr/>
            </a:lvl8pPr>
            <a:lvl9pPr lvl="8">
              <a:spcBef>
                <a:spcPts val="0"/>
              </a:spcBef>
              <a:spcAft>
                <a:spcPts val="0"/>
              </a:spcAft>
              <a:buClr>
                <a:schemeClr val="dk1"/>
              </a:buClr>
              <a:buSzPts val="1400"/>
              <a:buFont typeface="Urbanist Black"/>
              <a:buNone/>
              <a:defRPr/>
            </a:lvl9pPr>
          </a:lstStyle>
          <a:p/>
        </p:txBody>
      </p:sp>
      <p:sp>
        <p:nvSpPr>
          <p:cNvPr id="12" name="Google Shape;12;p2"/>
          <p:cNvSpPr txBox="1"/>
          <p:nvPr>
            <p:ph idx="3" type="subTitle"/>
          </p:nvPr>
        </p:nvSpPr>
        <p:spPr>
          <a:xfrm>
            <a:off x="6829025" y="4565125"/>
            <a:ext cx="2086500" cy="3549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dk1"/>
              </a:buClr>
              <a:buSzPts val="1400"/>
              <a:buFont typeface="Urbanist Black"/>
              <a:buNone/>
              <a:defRPr/>
            </a:lvl1pPr>
            <a:lvl2pPr lvl="1" algn="r">
              <a:spcBef>
                <a:spcPts val="0"/>
              </a:spcBef>
              <a:spcAft>
                <a:spcPts val="0"/>
              </a:spcAft>
              <a:buClr>
                <a:schemeClr val="dk1"/>
              </a:buClr>
              <a:buSzPts val="1400"/>
              <a:buFont typeface="Urbanist Black"/>
              <a:buNone/>
              <a:defRPr/>
            </a:lvl2pPr>
            <a:lvl3pPr lvl="2" algn="r">
              <a:spcBef>
                <a:spcPts val="0"/>
              </a:spcBef>
              <a:spcAft>
                <a:spcPts val="0"/>
              </a:spcAft>
              <a:buClr>
                <a:schemeClr val="dk1"/>
              </a:buClr>
              <a:buSzPts val="1400"/>
              <a:buFont typeface="Urbanist Black"/>
              <a:buNone/>
              <a:defRPr/>
            </a:lvl3pPr>
            <a:lvl4pPr lvl="3" algn="r">
              <a:spcBef>
                <a:spcPts val="0"/>
              </a:spcBef>
              <a:spcAft>
                <a:spcPts val="0"/>
              </a:spcAft>
              <a:buClr>
                <a:schemeClr val="dk1"/>
              </a:buClr>
              <a:buSzPts val="1400"/>
              <a:buFont typeface="Urbanist Black"/>
              <a:buNone/>
              <a:defRPr/>
            </a:lvl4pPr>
            <a:lvl5pPr lvl="4" algn="r">
              <a:spcBef>
                <a:spcPts val="0"/>
              </a:spcBef>
              <a:spcAft>
                <a:spcPts val="0"/>
              </a:spcAft>
              <a:buClr>
                <a:schemeClr val="dk1"/>
              </a:buClr>
              <a:buSzPts val="1400"/>
              <a:buFont typeface="Urbanist Black"/>
              <a:buNone/>
              <a:defRPr/>
            </a:lvl5pPr>
            <a:lvl6pPr lvl="5" algn="r">
              <a:spcBef>
                <a:spcPts val="0"/>
              </a:spcBef>
              <a:spcAft>
                <a:spcPts val="0"/>
              </a:spcAft>
              <a:buClr>
                <a:schemeClr val="dk1"/>
              </a:buClr>
              <a:buSzPts val="1400"/>
              <a:buFont typeface="Urbanist Black"/>
              <a:buNone/>
              <a:defRPr/>
            </a:lvl6pPr>
            <a:lvl7pPr lvl="6" algn="r">
              <a:spcBef>
                <a:spcPts val="0"/>
              </a:spcBef>
              <a:spcAft>
                <a:spcPts val="0"/>
              </a:spcAft>
              <a:buClr>
                <a:schemeClr val="dk1"/>
              </a:buClr>
              <a:buSzPts val="1400"/>
              <a:buFont typeface="Urbanist Black"/>
              <a:buNone/>
              <a:defRPr/>
            </a:lvl7pPr>
            <a:lvl8pPr lvl="7" algn="r">
              <a:spcBef>
                <a:spcPts val="0"/>
              </a:spcBef>
              <a:spcAft>
                <a:spcPts val="0"/>
              </a:spcAft>
              <a:buClr>
                <a:schemeClr val="dk1"/>
              </a:buClr>
              <a:buSzPts val="1400"/>
              <a:buFont typeface="Urbanist Black"/>
              <a:buNone/>
              <a:defRPr/>
            </a:lvl8pPr>
            <a:lvl9pPr lvl="8" algn="r">
              <a:spcBef>
                <a:spcPts val="0"/>
              </a:spcBef>
              <a:spcAft>
                <a:spcPts val="0"/>
              </a:spcAft>
              <a:buClr>
                <a:schemeClr val="dk1"/>
              </a:buClr>
              <a:buSzPts val="1400"/>
              <a:buFont typeface="Urbanist Black"/>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at is a skate club" type="secHead">
  <p:cSld name="SECTION_HEADER">
    <p:bg>
      <p:bgPr>
        <a:solidFill>
          <a:schemeClr val="lt1"/>
        </a:solidFill>
      </p:bgPr>
    </p:bg>
    <p:spTree>
      <p:nvGrpSpPr>
        <p:cNvPr id="13" name="Shape 13"/>
        <p:cNvGrpSpPr/>
        <p:nvPr/>
      </p:nvGrpSpPr>
      <p:grpSpPr>
        <a:xfrm>
          <a:off x="0" y="0"/>
          <a:ext cx="0" cy="0"/>
          <a:chOff x="0" y="0"/>
          <a:chExt cx="0" cy="0"/>
        </a:xfrm>
      </p:grpSpPr>
      <p:cxnSp>
        <p:nvCxnSpPr>
          <p:cNvPr id="14" name="Google Shape;14;p3"/>
          <p:cNvCxnSpPr/>
          <p:nvPr/>
        </p:nvCxnSpPr>
        <p:spPr>
          <a:xfrm>
            <a:off x="229050" y="311125"/>
            <a:ext cx="8689800" cy="600"/>
          </a:xfrm>
          <a:prstGeom prst="straightConnector1">
            <a:avLst/>
          </a:prstGeom>
          <a:noFill/>
          <a:ln cap="flat" cmpd="sng" w="19050">
            <a:solidFill>
              <a:schemeClr val="dk1"/>
            </a:solidFill>
            <a:prstDash val="solid"/>
            <a:round/>
            <a:headEnd len="med" w="med" type="none"/>
            <a:tailEnd len="med" w="med" type="none"/>
          </a:ln>
        </p:spPr>
      </p:cxnSp>
      <p:sp>
        <p:nvSpPr>
          <p:cNvPr id="15" name="Google Shape;15;p3"/>
          <p:cNvSpPr txBox="1"/>
          <p:nvPr/>
        </p:nvSpPr>
        <p:spPr>
          <a:xfrm>
            <a:off x="130287" y="79125"/>
            <a:ext cx="959700" cy="23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Urbanist Black"/>
                <a:ea typeface="Urbanist Black"/>
                <a:cs typeface="Urbanist Black"/>
                <a:sym typeface="Urbanist Black"/>
              </a:rPr>
              <a:t>PAGE  </a:t>
            </a:r>
            <a:fld id="{00000000-1234-1234-1234-123412341234}" type="slidenum">
              <a:rPr lang="en" sz="800">
                <a:solidFill>
                  <a:schemeClr val="dk1"/>
                </a:solidFill>
                <a:latin typeface="Urbanist Black"/>
                <a:ea typeface="Urbanist Black"/>
                <a:cs typeface="Urbanist Black"/>
                <a:sym typeface="Urbanist Black"/>
              </a:rPr>
              <a:t>‹#›</a:t>
            </a:fld>
            <a:r>
              <a:rPr lang="en" sz="800">
                <a:solidFill>
                  <a:schemeClr val="dk1"/>
                </a:solidFill>
                <a:latin typeface="Urbanist Black"/>
                <a:ea typeface="Urbanist Black"/>
                <a:cs typeface="Urbanist Black"/>
                <a:sym typeface="Urbanist Black"/>
              </a:rPr>
              <a:t> </a:t>
            </a:r>
            <a:endParaRPr sz="800">
              <a:solidFill>
                <a:schemeClr val="dk1"/>
              </a:solidFill>
              <a:latin typeface="Urbanist Black"/>
              <a:ea typeface="Urbanist Black"/>
              <a:cs typeface="Urbanist Black"/>
              <a:sym typeface="Urbanist Black"/>
            </a:endParaRPr>
          </a:p>
        </p:txBody>
      </p:sp>
      <p:sp>
        <p:nvSpPr>
          <p:cNvPr id="16" name="Google Shape;16;p3"/>
          <p:cNvSpPr txBox="1"/>
          <p:nvPr>
            <p:ph type="title"/>
          </p:nvPr>
        </p:nvSpPr>
        <p:spPr>
          <a:xfrm>
            <a:off x="892500" y="811800"/>
            <a:ext cx="7359000" cy="37077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000"/>
              <a:buFont typeface="Oswald"/>
              <a:buNone/>
              <a:defRPr sz="6000"/>
            </a:lvl1pPr>
            <a:lvl2pPr lvl="1" algn="ctr">
              <a:spcBef>
                <a:spcPts val="0"/>
              </a:spcBef>
              <a:spcAft>
                <a:spcPts val="0"/>
              </a:spcAft>
              <a:buClr>
                <a:schemeClr val="dk1"/>
              </a:buClr>
              <a:buSzPts val="6000"/>
              <a:buFont typeface="Oswald"/>
              <a:buNone/>
              <a:defRPr sz="6000"/>
            </a:lvl2pPr>
            <a:lvl3pPr lvl="2" algn="ctr">
              <a:spcBef>
                <a:spcPts val="0"/>
              </a:spcBef>
              <a:spcAft>
                <a:spcPts val="0"/>
              </a:spcAft>
              <a:buClr>
                <a:schemeClr val="dk1"/>
              </a:buClr>
              <a:buSzPts val="6000"/>
              <a:buFont typeface="Oswald"/>
              <a:buNone/>
              <a:defRPr sz="6000"/>
            </a:lvl3pPr>
            <a:lvl4pPr lvl="3" algn="ctr">
              <a:spcBef>
                <a:spcPts val="0"/>
              </a:spcBef>
              <a:spcAft>
                <a:spcPts val="0"/>
              </a:spcAft>
              <a:buClr>
                <a:schemeClr val="dk1"/>
              </a:buClr>
              <a:buSzPts val="6000"/>
              <a:buFont typeface="Oswald"/>
              <a:buNone/>
              <a:defRPr sz="6000"/>
            </a:lvl4pPr>
            <a:lvl5pPr lvl="4" algn="ctr">
              <a:spcBef>
                <a:spcPts val="0"/>
              </a:spcBef>
              <a:spcAft>
                <a:spcPts val="0"/>
              </a:spcAft>
              <a:buClr>
                <a:schemeClr val="dk1"/>
              </a:buClr>
              <a:buSzPts val="6000"/>
              <a:buFont typeface="Oswald"/>
              <a:buNone/>
              <a:defRPr sz="6000"/>
            </a:lvl5pPr>
            <a:lvl6pPr lvl="5" algn="ctr">
              <a:spcBef>
                <a:spcPts val="0"/>
              </a:spcBef>
              <a:spcAft>
                <a:spcPts val="0"/>
              </a:spcAft>
              <a:buClr>
                <a:schemeClr val="dk1"/>
              </a:buClr>
              <a:buSzPts val="6000"/>
              <a:buFont typeface="Oswald"/>
              <a:buNone/>
              <a:defRPr sz="6000"/>
            </a:lvl6pPr>
            <a:lvl7pPr lvl="6" algn="ctr">
              <a:spcBef>
                <a:spcPts val="0"/>
              </a:spcBef>
              <a:spcAft>
                <a:spcPts val="0"/>
              </a:spcAft>
              <a:buClr>
                <a:schemeClr val="dk1"/>
              </a:buClr>
              <a:buSzPts val="6000"/>
              <a:buFont typeface="Oswald"/>
              <a:buNone/>
              <a:defRPr sz="6000"/>
            </a:lvl7pPr>
            <a:lvl8pPr lvl="7" algn="ctr">
              <a:spcBef>
                <a:spcPts val="0"/>
              </a:spcBef>
              <a:spcAft>
                <a:spcPts val="0"/>
              </a:spcAft>
              <a:buClr>
                <a:schemeClr val="dk1"/>
              </a:buClr>
              <a:buSzPts val="6000"/>
              <a:buFont typeface="Oswald"/>
              <a:buNone/>
              <a:defRPr sz="6000"/>
            </a:lvl8pPr>
            <a:lvl9pPr lvl="8" algn="ctr">
              <a:spcBef>
                <a:spcPts val="0"/>
              </a:spcBef>
              <a:spcAft>
                <a:spcPts val="0"/>
              </a:spcAft>
              <a:buClr>
                <a:schemeClr val="dk1"/>
              </a:buClr>
              <a:buSzPts val="6000"/>
              <a:buFont typeface="Oswald"/>
              <a:buNone/>
              <a:defRPr sz="6000"/>
            </a:lvl9pPr>
          </a:lstStyle>
          <a:p/>
        </p:txBody>
      </p:sp>
      <p:sp>
        <p:nvSpPr>
          <p:cNvPr id="17" name="Google Shape;17;p3"/>
          <p:cNvSpPr txBox="1"/>
          <p:nvPr>
            <p:ph idx="1" type="subTitle"/>
          </p:nvPr>
        </p:nvSpPr>
        <p:spPr>
          <a:xfrm>
            <a:off x="3528750" y="457200"/>
            <a:ext cx="2086500" cy="3549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400"/>
              <a:buFont typeface="Urbanist Black"/>
              <a:buNone/>
              <a:defRPr/>
            </a:lvl1pPr>
            <a:lvl2pPr lvl="1" algn="ctr">
              <a:spcBef>
                <a:spcPts val="0"/>
              </a:spcBef>
              <a:spcAft>
                <a:spcPts val="0"/>
              </a:spcAft>
              <a:buClr>
                <a:schemeClr val="dk1"/>
              </a:buClr>
              <a:buSzPts val="1400"/>
              <a:buFont typeface="Urbanist Black"/>
              <a:buNone/>
              <a:defRPr/>
            </a:lvl2pPr>
            <a:lvl3pPr lvl="2" algn="ctr">
              <a:spcBef>
                <a:spcPts val="0"/>
              </a:spcBef>
              <a:spcAft>
                <a:spcPts val="0"/>
              </a:spcAft>
              <a:buClr>
                <a:schemeClr val="dk1"/>
              </a:buClr>
              <a:buSzPts val="1400"/>
              <a:buFont typeface="Urbanist Black"/>
              <a:buNone/>
              <a:defRPr/>
            </a:lvl3pPr>
            <a:lvl4pPr lvl="3" algn="ctr">
              <a:spcBef>
                <a:spcPts val="0"/>
              </a:spcBef>
              <a:spcAft>
                <a:spcPts val="0"/>
              </a:spcAft>
              <a:buClr>
                <a:schemeClr val="dk1"/>
              </a:buClr>
              <a:buSzPts val="1400"/>
              <a:buFont typeface="Urbanist Black"/>
              <a:buNone/>
              <a:defRPr/>
            </a:lvl4pPr>
            <a:lvl5pPr lvl="4" algn="ctr">
              <a:spcBef>
                <a:spcPts val="0"/>
              </a:spcBef>
              <a:spcAft>
                <a:spcPts val="0"/>
              </a:spcAft>
              <a:buClr>
                <a:schemeClr val="dk1"/>
              </a:buClr>
              <a:buSzPts val="1400"/>
              <a:buFont typeface="Urbanist Black"/>
              <a:buNone/>
              <a:defRPr/>
            </a:lvl5pPr>
            <a:lvl6pPr lvl="5" algn="ctr">
              <a:spcBef>
                <a:spcPts val="0"/>
              </a:spcBef>
              <a:spcAft>
                <a:spcPts val="0"/>
              </a:spcAft>
              <a:buClr>
                <a:schemeClr val="dk1"/>
              </a:buClr>
              <a:buSzPts val="1400"/>
              <a:buFont typeface="Urbanist Black"/>
              <a:buNone/>
              <a:defRPr/>
            </a:lvl6pPr>
            <a:lvl7pPr lvl="6" algn="ctr">
              <a:spcBef>
                <a:spcPts val="0"/>
              </a:spcBef>
              <a:spcAft>
                <a:spcPts val="0"/>
              </a:spcAft>
              <a:buClr>
                <a:schemeClr val="dk1"/>
              </a:buClr>
              <a:buSzPts val="1400"/>
              <a:buFont typeface="Urbanist Black"/>
              <a:buNone/>
              <a:defRPr/>
            </a:lvl7pPr>
            <a:lvl8pPr lvl="7" algn="ctr">
              <a:spcBef>
                <a:spcPts val="0"/>
              </a:spcBef>
              <a:spcAft>
                <a:spcPts val="0"/>
              </a:spcAft>
              <a:buClr>
                <a:schemeClr val="dk1"/>
              </a:buClr>
              <a:buSzPts val="1400"/>
              <a:buFont typeface="Urbanist Black"/>
              <a:buNone/>
              <a:defRPr/>
            </a:lvl8pPr>
            <a:lvl9pPr lvl="8" algn="ctr">
              <a:spcBef>
                <a:spcPts val="0"/>
              </a:spcBef>
              <a:spcAft>
                <a:spcPts val="0"/>
              </a:spcAft>
              <a:buClr>
                <a:schemeClr val="dk1"/>
              </a:buClr>
              <a:buSzPts val="1400"/>
              <a:buFont typeface="Urbanist Black"/>
              <a:buNone/>
              <a:defRPr/>
            </a:lvl9pPr>
          </a:lstStyle>
          <a:p/>
        </p:txBody>
      </p:sp>
      <p:sp>
        <p:nvSpPr>
          <p:cNvPr id="18" name="Google Shape;18;p3"/>
          <p:cNvSpPr txBox="1"/>
          <p:nvPr>
            <p:ph idx="2" type="subTitle"/>
          </p:nvPr>
        </p:nvSpPr>
        <p:spPr>
          <a:xfrm>
            <a:off x="3528750" y="4564701"/>
            <a:ext cx="2086500" cy="3549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400"/>
              <a:buFont typeface="Urbanist Black"/>
              <a:buNone/>
              <a:defRPr/>
            </a:lvl1pPr>
            <a:lvl2pPr lvl="1" algn="ctr">
              <a:spcBef>
                <a:spcPts val="0"/>
              </a:spcBef>
              <a:spcAft>
                <a:spcPts val="0"/>
              </a:spcAft>
              <a:buClr>
                <a:schemeClr val="dk1"/>
              </a:buClr>
              <a:buSzPts val="1400"/>
              <a:buFont typeface="Urbanist Black"/>
              <a:buNone/>
              <a:defRPr/>
            </a:lvl2pPr>
            <a:lvl3pPr lvl="2" algn="ctr">
              <a:spcBef>
                <a:spcPts val="0"/>
              </a:spcBef>
              <a:spcAft>
                <a:spcPts val="0"/>
              </a:spcAft>
              <a:buClr>
                <a:schemeClr val="dk1"/>
              </a:buClr>
              <a:buSzPts val="1400"/>
              <a:buFont typeface="Urbanist Black"/>
              <a:buNone/>
              <a:defRPr/>
            </a:lvl3pPr>
            <a:lvl4pPr lvl="3" algn="ctr">
              <a:spcBef>
                <a:spcPts val="0"/>
              </a:spcBef>
              <a:spcAft>
                <a:spcPts val="0"/>
              </a:spcAft>
              <a:buClr>
                <a:schemeClr val="dk1"/>
              </a:buClr>
              <a:buSzPts val="1400"/>
              <a:buFont typeface="Urbanist Black"/>
              <a:buNone/>
              <a:defRPr/>
            </a:lvl4pPr>
            <a:lvl5pPr lvl="4" algn="ctr">
              <a:spcBef>
                <a:spcPts val="0"/>
              </a:spcBef>
              <a:spcAft>
                <a:spcPts val="0"/>
              </a:spcAft>
              <a:buClr>
                <a:schemeClr val="dk1"/>
              </a:buClr>
              <a:buSzPts val="1400"/>
              <a:buFont typeface="Urbanist Black"/>
              <a:buNone/>
              <a:defRPr/>
            </a:lvl5pPr>
            <a:lvl6pPr lvl="5" algn="ctr">
              <a:spcBef>
                <a:spcPts val="0"/>
              </a:spcBef>
              <a:spcAft>
                <a:spcPts val="0"/>
              </a:spcAft>
              <a:buClr>
                <a:schemeClr val="dk1"/>
              </a:buClr>
              <a:buSzPts val="1400"/>
              <a:buFont typeface="Urbanist Black"/>
              <a:buNone/>
              <a:defRPr/>
            </a:lvl6pPr>
            <a:lvl7pPr lvl="6" algn="ctr">
              <a:spcBef>
                <a:spcPts val="0"/>
              </a:spcBef>
              <a:spcAft>
                <a:spcPts val="0"/>
              </a:spcAft>
              <a:buClr>
                <a:schemeClr val="dk1"/>
              </a:buClr>
              <a:buSzPts val="1400"/>
              <a:buFont typeface="Urbanist Black"/>
              <a:buNone/>
              <a:defRPr/>
            </a:lvl7pPr>
            <a:lvl8pPr lvl="7" algn="ctr">
              <a:spcBef>
                <a:spcPts val="0"/>
              </a:spcBef>
              <a:spcAft>
                <a:spcPts val="0"/>
              </a:spcAft>
              <a:buClr>
                <a:schemeClr val="dk1"/>
              </a:buClr>
              <a:buSzPts val="1400"/>
              <a:buFont typeface="Urbanist Black"/>
              <a:buNone/>
              <a:defRPr/>
            </a:lvl8pPr>
            <a:lvl9pPr lvl="8" algn="ctr">
              <a:spcBef>
                <a:spcPts val="0"/>
              </a:spcBef>
              <a:spcAft>
                <a:spcPts val="0"/>
              </a:spcAft>
              <a:buClr>
                <a:schemeClr val="dk1"/>
              </a:buClr>
              <a:buSzPts val="1400"/>
              <a:buFont typeface="Urbanist Black"/>
              <a:buNone/>
              <a:defRPr/>
            </a:lvl9pPr>
          </a:lstStyle>
          <a:p/>
        </p:txBody>
      </p:sp>
      <p:sp>
        <p:nvSpPr>
          <p:cNvPr id="19" name="Google Shape;19;p3"/>
          <p:cNvSpPr/>
          <p:nvPr>
            <p:ph idx="3" type="pic"/>
          </p:nvPr>
        </p:nvSpPr>
        <p:spPr>
          <a:xfrm>
            <a:off x="228600" y="2348775"/>
            <a:ext cx="1345200" cy="1775100"/>
          </a:xfrm>
          <a:prstGeom prst="rect">
            <a:avLst/>
          </a:prstGeom>
          <a:noFill/>
          <a:ln>
            <a:noFill/>
          </a:ln>
        </p:spPr>
      </p:sp>
      <p:sp>
        <p:nvSpPr>
          <p:cNvPr id="20" name="Google Shape;20;p3"/>
          <p:cNvSpPr/>
          <p:nvPr>
            <p:ph idx="4" type="pic"/>
          </p:nvPr>
        </p:nvSpPr>
        <p:spPr>
          <a:xfrm>
            <a:off x="6713075" y="4015650"/>
            <a:ext cx="2205600" cy="9039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kate club members" type="tx">
  <p:cSld name="TITLE_AND_BODY">
    <p:bg>
      <p:bgPr>
        <a:solidFill>
          <a:schemeClr val="dk2"/>
        </a:solidFill>
      </p:bgPr>
    </p:bg>
    <p:spTree>
      <p:nvGrpSpPr>
        <p:cNvPr id="21" name="Shape 21"/>
        <p:cNvGrpSpPr/>
        <p:nvPr/>
      </p:nvGrpSpPr>
      <p:grpSpPr>
        <a:xfrm>
          <a:off x="0" y="0"/>
          <a:ext cx="0" cy="0"/>
          <a:chOff x="0" y="0"/>
          <a:chExt cx="0" cy="0"/>
        </a:xfrm>
      </p:grpSpPr>
      <p:sp>
        <p:nvSpPr>
          <p:cNvPr id="22" name="Google Shape;22;p4"/>
          <p:cNvSpPr txBox="1"/>
          <p:nvPr>
            <p:ph type="title"/>
          </p:nvPr>
        </p:nvSpPr>
        <p:spPr>
          <a:xfrm>
            <a:off x="228600" y="311725"/>
            <a:ext cx="8687100" cy="10305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7200"/>
              <a:buFont typeface="Oswald"/>
              <a:buNone/>
              <a:defRPr sz="7200">
                <a:solidFill>
                  <a:schemeClr val="lt1"/>
                </a:solidFill>
              </a:defRPr>
            </a:lvl1pPr>
            <a:lvl2pPr lvl="1" algn="ctr">
              <a:spcBef>
                <a:spcPts val="0"/>
              </a:spcBef>
              <a:spcAft>
                <a:spcPts val="0"/>
              </a:spcAft>
              <a:buClr>
                <a:schemeClr val="lt1"/>
              </a:buClr>
              <a:buSzPts val="7200"/>
              <a:buFont typeface="Oswald"/>
              <a:buNone/>
              <a:defRPr sz="7200">
                <a:solidFill>
                  <a:schemeClr val="lt1"/>
                </a:solidFill>
              </a:defRPr>
            </a:lvl2pPr>
            <a:lvl3pPr lvl="2" algn="ctr">
              <a:spcBef>
                <a:spcPts val="0"/>
              </a:spcBef>
              <a:spcAft>
                <a:spcPts val="0"/>
              </a:spcAft>
              <a:buClr>
                <a:schemeClr val="lt1"/>
              </a:buClr>
              <a:buSzPts val="7200"/>
              <a:buFont typeface="Oswald"/>
              <a:buNone/>
              <a:defRPr sz="7200">
                <a:solidFill>
                  <a:schemeClr val="lt1"/>
                </a:solidFill>
              </a:defRPr>
            </a:lvl3pPr>
            <a:lvl4pPr lvl="3" algn="ctr">
              <a:spcBef>
                <a:spcPts val="0"/>
              </a:spcBef>
              <a:spcAft>
                <a:spcPts val="0"/>
              </a:spcAft>
              <a:buClr>
                <a:schemeClr val="lt1"/>
              </a:buClr>
              <a:buSzPts val="7200"/>
              <a:buFont typeface="Oswald"/>
              <a:buNone/>
              <a:defRPr sz="7200">
                <a:solidFill>
                  <a:schemeClr val="lt1"/>
                </a:solidFill>
              </a:defRPr>
            </a:lvl4pPr>
            <a:lvl5pPr lvl="4" algn="ctr">
              <a:spcBef>
                <a:spcPts val="0"/>
              </a:spcBef>
              <a:spcAft>
                <a:spcPts val="0"/>
              </a:spcAft>
              <a:buClr>
                <a:schemeClr val="lt1"/>
              </a:buClr>
              <a:buSzPts val="7200"/>
              <a:buFont typeface="Oswald"/>
              <a:buNone/>
              <a:defRPr sz="7200">
                <a:solidFill>
                  <a:schemeClr val="lt1"/>
                </a:solidFill>
              </a:defRPr>
            </a:lvl5pPr>
            <a:lvl6pPr lvl="5" algn="ctr">
              <a:spcBef>
                <a:spcPts val="0"/>
              </a:spcBef>
              <a:spcAft>
                <a:spcPts val="0"/>
              </a:spcAft>
              <a:buClr>
                <a:schemeClr val="lt1"/>
              </a:buClr>
              <a:buSzPts val="7200"/>
              <a:buFont typeface="Oswald"/>
              <a:buNone/>
              <a:defRPr sz="7200">
                <a:solidFill>
                  <a:schemeClr val="lt1"/>
                </a:solidFill>
              </a:defRPr>
            </a:lvl6pPr>
            <a:lvl7pPr lvl="6" algn="ctr">
              <a:spcBef>
                <a:spcPts val="0"/>
              </a:spcBef>
              <a:spcAft>
                <a:spcPts val="0"/>
              </a:spcAft>
              <a:buClr>
                <a:schemeClr val="lt1"/>
              </a:buClr>
              <a:buSzPts val="7200"/>
              <a:buFont typeface="Oswald"/>
              <a:buNone/>
              <a:defRPr sz="7200">
                <a:solidFill>
                  <a:schemeClr val="lt1"/>
                </a:solidFill>
              </a:defRPr>
            </a:lvl7pPr>
            <a:lvl8pPr lvl="7" algn="ctr">
              <a:spcBef>
                <a:spcPts val="0"/>
              </a:spcBef>
              <a:spcAft>
                <a:spcPts val="0"/>
              </a:spcAft>
              <a:buClr>
                <a:schemeClr val="lt1"/>
              </a:buClr>
              <a:buSzPts val="7200"/>
              <a:buFont typeface="Oswald"/>
              <a:buNone/>
              <a:defRPr sz="7200">
                <a:solidFill>
                  <a:schemeClr val="lt1"/>
                </a:solidFill>
              </a:defRPr>
            </a:lvl8pPr>
            <a:lvl9pPr lvl="8" algn="ctr">
              <a:spcBef>
                <a:spcPts val="0"/>
              </a:spcBef>
              <a:spcAft>
                <a:spcPts val="0"/>
              </a:spcAft>
              <a:buClr>
                <a:schemeClr val="lt1"/>
              </a:buClr>
              <a:buSzPts val="7200"/>
              <a:buFont typeface="Oswald"/>
              <a:buNone/>
              <a:defRPr sz="7200">
                <a:solidFill>
                  <a:schemeClr val="lt1"/>
                </a:solidFill>
              </a:defRPr>
            </a:lvl9pPr>
          </a:lstStyle>
          <a:p/>
        </p:txBody>
      </p:sp>
      <p:sp>
        <p:nvSpPr>
          <p:cNvPr id="23" name="Google Shape;23;p4"/>
          <p:cNvSpPr/>
          <p:nvPr>
            <p:ph idx="2" type="pic"/>
          </p:nvPr>
        </p:nvSpPr>
        <p:spPr>
          <a:xfrm>
            <a:off x="228600" y="1759200"/>
            <a:ext cx="1345200" cy="2614500"/>
          </a:xfrm>
          <a:prstGeom prst="rect">
            <a:avLst/>
          </a:prstGeom>
          <a:noFill/>
          <a:ln>
            <a:noFill/>
          </a:ln>
        </p:spPr>
      </p:sp>
      <p:cxnSp>
        <p:nvCxnSpPr>
          <p:cNvPr id="24" name="Google Shape;24;p4"/>
          <p:cNvCxnSpPr/>
          <p:nvPr/>
        </p:nvCxnSpPr>
        <p:spPr>
          <a:xfrm>
            <a:off x="229050" y="311125"/>
            <a:ext cx="8689800" cy="600"/>
          </a:xfrm>
          <a:prstGeom prst="straightConnector1">
            <a:avLst/>
          </a:prstGeom>
          <a:noFill/>
          <a:ln cap="flat" cmpd="sng" w="19050">
            <a:solidFill>
              <a:schemeClr val="lt1"/>
            </a:solidFill>
            <a:prstDash val="solid"/>
            <a:round/>
            <a:headEnd len="med" w="med" type="none"/>
            <a:tailEnd len="med" w="med" type="none"/>
          </a:ln>
        </p:spPr>
      </p:cxnSp>
      <p:sp>
        <p:nvSpPr>
          <p:cNvPr id="25" name="Google Shape;25;p4"/>
          <p:cNvSpPr txBox="1"/>
          <p:nvPr/>
        </p:nvSpPr>
        <p:spPr>
          <a:xfrm>
            <a:off x="130287" y="79125"/>
            <a:ext cx="959700" cy="23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Urbanist Black"/>
                <a:ea typeface="Urbanist Black"/>
                <a:cs typeface="Urbanist Black"/>
                <a:sym typeface="Urbanist Black"/>
              </a:rPr>
              <a:t>PAGE  </a:t>
            </a:r>
            <a:fld id="{00000000-1234-1234-1234-123412341234}" type="slidenum">
              <a:rPr lang="en" sz="800">
                <a:solidFill>
                  <a:schemeClr val="lt1"/>
                </a:solidFill>
                <a:latin typeface="Urbanist Black"/>
                <a:ea typeface="Urbanist Black"/>
                <a:cs typeface="Urbanist Black"/>
                <a:sym typeface="Urbanist Black"/>
              </a:rPr>
              <a:t>‹#›</a:t>
            </a:fld>
            <a:r>
              <a:rPr lang="en" sz="800">
                <a:solidFill>
                  <a:schemeClr val="lt1"/>
                </a:solidFill>
                <a:latin typeface="Urbanist Black"/>
                <a:ea typeface="Urbanist Black"/>
                <a:cs typeface="Urbanist Black"/>
                <a:sym typeface="Urbanist Black"/>
              </a:rPr>
              <a:t> </a:t>
            </a:r>
            <a:endParaRPr sz="800">
              <a:solidFill>
                <a:schemeClr val="lt1"/>
              </a:solidFill>
              <a:latin typeface="Urbanist Black"/>
              <a:ea typeface="Urbanist Black"/>
              <a:cs typeface="Urbanist Black"/>
              <a:sym typeface="Urbanist Black"/>
            </a:endParaRPr>
          </a:p>
        </p:txBody>
      </p:sp>
      <p:sp>
        <p:nvSpPr>
          <p:cNvPr id="26" name="Google Shape;26;p4"/>
          <p:cNvSpPr/>
          <p:nvPr>
            <p:ph idx="3" type="pic"/>
          </p:nvPr>
        </p:nvSpPr>
        <p:spPr>
          <a:xfrm>
            <a:off x="1696950" y="1759200"/>
            <a:ext cx="1345200" cy="2614500"/>
          </a:xfrm>
          <a:prstGeom prst="rect">
            <a:avLst/>
          </a:prstGeom>
          <a:noFill/>
          <a:ln>
            <a:noFill/>
          </a:ln>
        </p:spPr>
      </p:sp>
      <p:sp>
        <p:nvSpPr>
          <p:cNvPr id="27" name="Google Shape;27;p4"/>
          <p:cNvSpPr/>
          <p:nvPr>
            <p:ph idx="4" type="pic"/>
          </p:nvPr>
        </p:nvSpPr>
        <p:spPr>
          <a:xfrm>
            <a:off x="3165300" y="1759200"/>
            <a:ext cx="1345200" cy="2614500"/>
          </a:xfrm>
          <a:prstGeom prst="rect">
            <a:avLst/>
          </a:prstGeom>
          <a:noFill/>
          <a:ln>
            <a:noFill/>
          </a:ln>
        </p:spPr>
      </p:sp>
      <p:sp>
        <p:nvSpPr>
          <p:cNvPr id="28" name="Google Shape;28;p4"/>
          <p:cNvSpPr/>
          <p:nvPr>
            <p:ph idx="5" type="pic"/>
          </p:nvPr>
        </p:nvSpPr>
        <p:spPr>
          <a:xfrm>
            <a:off x="4633650" y="1759200"/>
            <a:ext cx="1345200" cy="2614500"/>
          </a:xfrm>
          <a:prstGeom prst="rect">
            <a:avLst/>
          </a:prstGeom>
          <a:noFill/>
          <a:ln>
            <a:noFill/>
          </a:ln>
        </p:spPr>
      </p:sp>
      <p:sp>
        <p:nvSpPr>
          <p:cNvPr id="29" name="Google Shape;29;p4"/>
          <p:cNvSpPr/>
          <p:nvPr>
            <p:ph idx="6" type="pic"/>
          </p:nvPr>
        </p:nvSpPr>
        <p:spPr>
          <a:xfrm>
            <a:off x="6102000" y="1759200"/>
            <a:ext cx="1345200" cy="2614500"/>
          </a:xfrm>
          <a:prstGeom prst="rect">
            <a:avLst/>
          </a:prstGeom>
          <a:noFill/>
          <a:ln>
            <a:noFill/>
          </a:ln>
        </p:spPr>
      </p:sp>
      <p:sp>
        <p:nvSpPr>
          <p:cNvPr id="30" name="Google Shape;30;p4"/>
          <p:cNvSpPr/>
          <p:nvPr>
            <p:ph idx="7" type="pic"/>
          </p:nvPr>
        </p:nvSpPr>
        <p:spPr>
          <a:xfrm>
            <a:off x="7570350" y="1759200"/>
            <a:ext cx="1345200" cy="2614500"/>
          </a:xfrm>
          <a:prstGeom prst="rect">
            <a:avLst/>
          </a:prstGeom>
          <a:noFill/>
          <a:ln>
            <a:noFill/>
          </a:ln>
        </p:spPr>
      </p:sp>
      <p:sp>
        <p:nvSpPr>
          <p:cNvPr id="31" name="Google Shape;31;p4"/>
          <p:cNvSpPr txBox="1"/>
          <p:nvPr>
            <p:ph idx="1" type="subTitle"/>
          </p:nvPr>
        </p:nvSpPr>
        <p:spPr>
          <a:xfrm>
            <a:off x="228600" y="4470900"/>
            <a:ext cx="1345200" cy="449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1pPr>
            <a:lvl2pPr lvl="1"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9pPr>
          </a:lstStyle>
          <a:p/>
        </p:txBody>
      </p:sp>
      <p:sp>
        <p:nvSpPr>
          <p:cNvPr id="32" name="Google Shape;32;p4"/>
          <p:cNvSpPr txBox="1"/>
          <p:nvPr>
            <p:ph idx="8" type="subTitle"/>
          </p:nvPr>
        </p:nvSpPr>
        <p:spPr>
          <a:xfrm>
            <a:off x="1696950" y="4470900"/>
            <a:ext cx="1345200" cy="449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1pPr>
            <a:lvl2pPr lvl="1"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9pPr>
          </a:lstStyle>
          <a:p/>
        </p:txBody>
      </p:sp>
      <p:sp>
        <p:nvSpPr>
          <p:cNvPr id="33" name="Google Shape;33;p4"/>
          <p:cNvSpPr txBox="1"/>
          <p:nvPr>
            <p:ph idx="9" type="subTitle"/>
          </p:nvPr>
        </p:nvSpPr>
        <p:spPr>
          <a:xfrm>
            <a:off x="3165300" y="4470900"/>
            <a:ext cx="1345200" cy="449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1pPr>
            <a:lvl2pPr lvl="1"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9pPr>
          </a:lstStyle>
          <a:p/>
        </p:txBody>
      </p:sp>
      <p:sp>
        <p:nvSpPr>
          <p:cNvPr id="34" name="Google Shape;34;p4"/>
          <p:cNvSpPr txBox="1"/>
          <p:nvPr>
            <p:ph idx="13" type="subTitle"/>
          </p:nvPr>
        </p:nvSpPr>
        <p:spPr>
          <a:xfrm>
            <a:off x="4633650" y="4470900"/>
            <a:ext cx="1345200" cy="449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1pPr>
            <a:lvl2pPr lvl="1"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9pPr>
          </a:lstStyle>
          <a:p/>
        </p:txBody>
      </p:sp>
      <p:sp>
        <p:nvSpPr>
          <p:cNvPr id="35" name="Google Shape;35;p4"/>
          <p:cNvSpPr txBox="1"/>
          <p:nvPr>
            <p:ph idx="14" type="subTitle"/>
          </p:nvPr>
        </p:nvSpPr>
        <p:spPr>
          <a:xfrm>
            <a:off x="6102000" y="4470900"/>
            <a:ext cx="1345200" cy="449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1pPr>
            <a:lvl2pPr lvl="1"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9pPr>
          </a:lstStyle>
          <a:p/>
        </p:txBody>
      </p:sp>
      <p:sp>
        <p:nvSpPr>
          <p:cNvPr id="36" name="Google Shape;36;p4"/>
          <p:cNvSpPr txBox="1"/>
          <p:nvPr>
            <p:ph idx="15" type="subTitle"/>
          </p:nvPr>
        </p:nvSpPr>
        <p:spPr>
          <a:xfrm>
            <a:off x="7570350" y="4470900"/>
            <a:ext cx="1345200" cy="4491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1pPr>
            <a:lvl2pPr lvl="1"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b="1" sz="1200">
                <a:solidFill>
                  <a:schemeClr val="lt1"/>
                </a:solidFill>
                <a:latin typeface="Urbanist"/>
                <a:ea typeface="Urbanist"/>
                <a:cs typeface="Urbanist"/>
                <a:sym typeface="Urbanis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at's fun about the skate club" type="twoColTx">
  <p:cSld name="TITLE_AND_TWO_COLUMNS">
    <p:bg>
      <p:bgPr>
        <a:solidFill>
          <a:schemeClr val="lt2"/>
        </a:solidFill>
      </p:bgPr>
    </p:bg>
    <p:spTree>
      <p:nvGrpSpPr>
        <p:cNvPr id="37" name="Shape 37"/>
        <p:cNvGrpSpPr/>
        <p:nvPr/>
      </p:nvGrpSpPr>
      <p:grpSpPr>
        <a:xfrm>
          <a:off x="0" y="0"/>
          <a:ext cx="0" cy="0"/>
          <a:chOff x="0" y="0"/>
          <a:chExt cx="0" cy="0"/>
        </a:xfrm>
      </p:grpSpPr>
      <p:cxnSp>
        <p:nvCxnSpPr>
          <p:cNvPr id="38" name="Google Shape;38;p5"/>
          <p:cNvCxnSpPr/>
          <p:nvPr/>
        </p:nvCxnSpPr>
        <p:spPr>
          <a:xfrm>
            <a:off x="229050" y="311125"/>
            <a:ext cx="8689800" cy="600"/>
          </a:xfrm>
          <a:prstGeom prst="straightConnector1">
            <a:avLst/>
          </a:prstGeom>
          <a:noFill/>
          <a:ln cap="flat" cmpd="sng" w="19050">
            <a:solidFill>
              <a:schemeClr val="dk1"/>
            </a:solidFill>
            <a:prstDash val="solid"/>
            <a:round/>
            <a:headEnd len="med" w="med" type="none"/>
            <a:tailEnd len="med" w="med" type="none"/>
          </a:ln>
        </p:spPr>
      </p:cxnSp>
      <p:sp>
        <p:nvSpPr>
          <p:cNvPr id="39" name="Google Shape;39;p5"/>
          <p:cNvSpPr txBox="1"/>
          <p:nvPr/>
        </p:nvSpPr>
        <p:spPr>
          <a:xfrm>
            <a:off x="130287" y="79125"/>
            <a:ext cx="959700" cy="23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Urbanist Black"/>
                <a:ea typeface="Urbanist Black"/>
                <a:cs typeface="Urbanist Black"/>
                <a:sym typeface="Urbanist Black"/>
              </a:rPr>
              <a:t>PAGE  </a:t>
            </a:r>
            <a:fld id="{00000000-1234-1234-1234-123412341234}" type="slidenum">
              <a:rPr lang="en" sz="800">
                <a:solidFill>
                  <a:schemeClr val="dk1"/>
                </a:solidFill>
                <a:latin typeface="Urbanist Black"/>
                <a:ea typeface="Urbanist Black"/>
                <a:cs typeface="Urbanist Black"/>
                <a:sym typeface="Urbanist Black"/>
              </a:rPr>
              <a:t>‹#›</a:t>
            </a:fld>
            <a:r>
              <a:rPr lang="en" sz="800">
                <a:solidFill>
                  <a:schemeClr val="dk1"/>
                </a:solidFill>
                <a:latin typeface="Urbanist Black"/>
                <a:ea typeface="Urbanist Black"/>
                <a:cs typeface="Urbanist Black"/>
                <a:sym typeface="Urbanist Black"/>
              </a:rPr>
              <a:t> </a:t>
            </a:r>
            <a:endParaRPr sz="800">
              <a:solidFill>
                <a:schemeClr val="dk1"/>
              </a:solidFill>
              <a:latin typeface="Urbanist Black"/>
              <a:ea typeface="Urbanist Black"/>
              <a:cs typeface="Urbanist Black"/>
              <a:sym typeface="Urbanist Black"/>
            </a:endParaRPr>
          </a:p>
        </p:txBody>
      </p:sp>
      <p:sp>
        <p:nvSpPr>
          <p:cNvPr id="40" name="Google Shape;40;p5"/>
          <p:cNvSpPr txBox="1"/>
          <p:nvPr>
            <p:ph type="title"/>
          </p:nvPr>
        </p:nvSpPr>
        <p:spPr>
          <a:xfrm>
            <a:off x="839700" y="234925"/>
            <a:ext cx="74646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9400"/>
              <a:buFont typeface="Oswald"/>
              <a:buNone/>
              <a:defRPr/>
            </a:lvl1pPr>
            <a:lvl2pPr lvl="1" algn="ctr">
              <a:spcBef>
                <a:spcPts val="0"/>
              </a:spcBef>
              <a:spcAft>
                <a:spcPts val="0"/>
              </a:spcAft>
              <a:buClr>
                <a:schemeClr val="dk1"/>
              </a:buClr>
              <a:buSzPts val="9400"/>
              <a:buFont typeface="Oswald"/>
              <a:buNone/>
              <a:defRPr/>
            </a:lvl2pPr>
            <a:lvl3pPr lvl="2" algn="ctr">
              <a:spcBef>
                <a:spcPts val="0"/>
              </a:spcBef>
              <a:spcAft>
                <a:spcPts val="0"/>
              </a:spcAft>
              <a:buClr>
                <a:schemeClr val="dk1"/>
              </a:buClr>
              <a:buSzPts val="9400"/>
              <a:buFont typeface="Oswald"/>
              <a:buNone/>
              <a:defRPr/>
            </a:lvl3pPr>
            <a:lvl4pPr lvl="3" algn="ctr">
              <a:spcBef>
                <a:spcPts val="0"/>
              </a:spcBef>
              <a:spcAft>
                <a:spcPts val="0"/>
              </a:spcAft>
              <a:buClr>
                <a:schemeClr val="dk1"/>
              </a:buClr>
              <a:buSzPts val="9400"/>
              <a:buFont typeface="Oswald"/>
              <a:buNone/>
              <a:defRPr/>
            </a:lvl4pPr>
            <a:lvl5pPr lvl="4" algn="ctr">
              <a:spcBef>
                <a:spcPts val="0"/>
              </a:spcBef>
              <a:spcAft>
                <a:spcPts val="0"/>
              </a:spcAft>
              <a:buClr>
                <a:schemeClr val="dk1"/>
              </a:buClr>
              <a:buSzPts val="9400"/>
              <a:buFont typeface="Oswald"/>
              <a:buNone/>
              <a:defRPr/>
            </a:lvl5pPr>
            <a:lvl6pPr lvl="5" algn="ctr">
              <a:spcBef>
                <a:spcPts val="0"/>
              </a:spcBef>
              <a:spcAft>
                <a:spcPts val="0"/>
              </a:spcAft>
              <a:buClr>
                <a:schemeClr val="dk1"/>
              </a:buClr>
              <a:buSzPts val="9400"/>
              <a:buFont typeface="Oswald"/>
              <a:buNone/>
              <a:defRPr/>
            </a:lvl6pPr>
            <a:lvl7pPr lvl="6" algn="ctr">
              <a:spcBef>
                <a:spcPts val="0"/>
              </a:spcBef>
              <a:spcAft>
                <a:spcPts val="0"/>
              </a:spcAft>
              <a:buClr>
                <a:schemeClr val="dk1"/>
              </a:buClr>
              <a:buSzPts val="9400"/>
              <a:buFont typeface="Oswald"/>
              <a:buNone/>
              <a:defRPr/>
            </a:lvl7pPr>
            <a:lvl8pPr lvl="7" algn="ctr">
              <a:spcBef>
                <a:spcPts val="0"/>
              </a:spcBef>
              <a:spcAft>
                <a:spcPts val="0"/>
              </a:spcAft>
              <a:buClr>
                <a:schemeClr val="dk1"/>
              </a:buClr>
              <a:buSzPts val="9400"/>
              <a:buFont typeface="Oswald"/>
              <a:buNone/>
              <a:defRPr/>
            </a:lvl8pPr>
            <a:lvl9pPr lvl="8" algn="ctr">
              <a:spcBef>
                <a:spcPts val="0"/>
              </a:spcBef>
              <a:spcAft>
                <a:spcPts val="0"/>
              </a:spcAft>
              <a:buClr>
                <a:schemeClr val="dk1"/>
              </a:buClr>
              <a:buSzPts val="9400"/>
              <a:buFont typeface="Oswald"/>
              <a:buNone/>
              <a:defRPr/>
            </a:lvl9pPr>
          </a:lstStyle>
          <a:p/>
        </p:txBody>
      </p:sp>
      <p:sp>
        <p:nvSpPr>
          <p:cNvPr id="41" name="Google Shape;41;p5"/>
          <p:cNvSpPr txBox="1"/>
          <p:nvPr>
            <p:ph idx="1" type="subTitle"/>
          </p:nvPr>
        </p:nvSpPr>
        <p:spPr>
          <a:xfrm>
            <a:off x="1573900" y="1550250"/>
            <a:ext cx="5996400" cy="328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1pPr>
            <a:lvl2pPr lvl="1"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2pPr>
            <a:lvl3pPr lvl="2"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3pPr>
            <a:lvl4pPr lvl="3"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4pPr>
            <a:lvl5pPr lvl="4"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5pPr>
            <a:lvl6pPr lvl="5"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6pPr>
            <a:lvl7pPr lvl="6"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7pPr>
            <a:lvl8pPr lvl="7"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8pPr>
            <a:lvl9pPr lvl="8"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9pPr>
          </a:lstStyle>
          <a:p/>
        </p:txBody>
      </p:sp>
      <p:sp>
        <p:nvSpPr>
          <p:cNvPr id="42" name="Google Shape;42;p5"/>
          <p:cNvSpPr txBox="1"/>
          <p:nvPr>
            <p:ph idx="2" type="title"/>
          </p:nvPr>
        </p:nvSpPr>
        <p:spPr>
          <a:xfrm>
            <a:off x="839700" y="1749688"/>
            <a:ext cx="74646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9400"/>
              <a:buFont typeface="Oswald"/>
              <a:buNone/>
              <a:defRPr/>
            </a:lvl1pPr>
            <a:lvl2pPr lvl="1" algn="ctr">
              <a:spcBef>
                <a:spcPts val="0"/>
              </a:spcBef>
              <a:spcAft>
                <a:spcPts val="0"/>
              </a:spcAft>
              <a:buClr>
                <a:schemeClr val="dk1"/>
              </a:buClr>
              <a:buSzPts val="9400"/>
              <a:buFont typeface="Oswald"/>
              <a:buNone/>
              <a:defRPr/>
            </a:lvl2pPr>
            <a:lvl3pPr lvl="2" algn="ctr">
              <a:spcBef>
                <a:spcPts val="0"/>
              </a:spcBef>
              <a:spcAft>
                <a:spcPts val="0"/>
              </a:spcAft>
              <a:buClr>
                <a:schemeClr val="dk1"/>
              </a:buClr>
              <a:buSzPts val="9400"/>
              <a:buFont typeface="Oswald"/>
              <a:buNone/>
              <a:defRPr/>
            </a:lvl3pPr>
            <a:lvl4pPr lvl="3" algn="ctr">
              <a:spcBef>
                <a:spcPts val="0"/>
              </a:spcBef>
              <a:spcAft>
                <a:spcPts val="0"/>
              </a:spcAft>
              <a:buClr>
                <a:schemeClr val="dk1"/>
              </a:buClr>
              <a:buSzPts val="9400"/>
              <a:buFont typeface="Oswald"/>
              <a:buNone/>
              <a:defRPr/>
            </a:lvl4pPr>
            <a:lvl5pPr lvl="4" algn="ctr">
              <a:spcBef>
                <a:spcPts val="0"/>
              </a:spcBef>
              <a:spcAft>
                <a:spcPts val="0"/>
              </a:spcAft>
              <a:buClr>
                <a:schemeClr val="dk1"/>
              </a:buClr>
              <a:buSzPts val="9400"/>
              <a:buFont typeface="Oswald"/>
              <a:buNone/>
              <a:defRPr/>
            </a:lvl5pPr>
            <a:lvl6pPr lvl="5" algn="ctr">
              <a:spcBef>
                <a:spcPts val="0"/>
              </a:spcBef>
              <a:spcAft>
                <a:spcPts val="0"/>
              </a:spcAft>
              <a:buClr>
                <a:schemeClr val="dk1"/>
              </a:buClr>
              <a:buSzPts val="9400"/>
              <a:buFont typeface="Oswald"/>
              <a:buNone/>
              <a:defRPr/>
            </a:lvl6pPr>
            <a:lvl7pPr lvl="6" algn="ctr">
              <a:spcBef>
                <a:spcPts val="0"/>
              </a:spcBef>
              <a:spcAft>
                <a:spcPts val="0"/>
              </a:spcAft>
              <a:buClr>
                <a:schemeClr val="dk1"/>
              </a:buClr>
              <a:buSzPts val="9400"/>
              <a:buFont typeface="Oswald"/>
              <a:buNone/>
              <a:defRPr/>
            </a:lvl7pPr>
            <a:lvl8pPr lvl="7" algn="ctr">
              <a:spcBef>
                <a:spcPts val="0"/>
              </a:spcBef>
              <a:spcAft>
                <a:spcPts val="0"/>
              </a:spcAft>
              <a:buClr>
                <a:schemeClr val="dk1"/>
              </a:buClr>
              <a:buSzPts val="9400"/>
              <a:buFont typeface="Oswald"/>
              <a:buNone/>
              <a:defRPr/>
            </a:lvl8pPr>
            <a:lvl9pPr lvl="8" algn="ctr">
              <a:spcBef>
                <a:spcPts val="0"/>
              </a:spcBef>
              <a:spcAft>
                <a:spcPts val="0"/>
              </a:spcAft>
              <a:buClr>
                <a:schemeClr val="dk1"/>
              </a:buClr>
              <a:buSzPts val="9400"/>
              <a:buFont typeface="Oswald"/>
              <a:buNone/>
              <a:defRPr/>
            </a:lvl9pPr>
          </a:lstStyle>
          <a:p/>
        </p:txBody>
      </p:sp>
      <p:sp>
        <p:nvSpPr>
          <p:cNvPr id="43" name="Google Shape;43;p5"/>
          <p:cNvSpPr txBox="1"/>
          <p:nvPr>
            <p:ph idx="3" type="subTitle"/>
          </p:nvPr>
        </p:nvSpPr>
        <p:spPr>
          <a:xfrm>
            <a:off x="1574000" y="3065013"/>
            <a:ext cx="5996400" cy="328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1pPr>
            <a:lvl2pPr lvl="1"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2pPr>
            <a:lvl3pPr lvl="2"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3pPr>
            <a:lvl4pPr lvl="3"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4pPr>
            <a:lvl5pPr lvl="4"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5pPr>
            <a:lvl6pPr lvl="5"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6pPr>
            <a:lvl7pPr lvl="6"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7pPr>
            <a:lvl8pPr lvl="7"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8pPr>
            <a:lvl9pPr lvl="8"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9pPr>
          </a:lstStyle>
          <a:p/>
        </p:txBody>
      </p:sp>
      <p:sp>
        <p:nvSpPr>
          <p:cNvPr id="44" name="Google Shape;44;p5"/>
          <p:cNvSpPr txBox="1"/>
          <p:nvPr>
            <p:ph idx="4" type="title"/>
          </p:nvPr>
        </p:nvSpPr>
        <p:spPr>
          <a:xfrm>
            <a:off x="839700" y="3264475"/>
            <a:ext cx="74646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9400"/>
              <a:buFont typeface="Oswald"/>
              <a:buNone/>
              <a:defRPr/>
            </a:lvl1pPr>
            <a:lvl2pPr lvl="1" algn="ctr">
              <a:spcBef>
                <a:spcPts val="0"/>
              </a:spcBef>
              <a:spcAft>
                <a:spcPts val="0"/>
              </a:spcAft>
              <a:buClr>
                <a:schemeClr val="dk1"/>
              </a:buClr>
              <a:buSzPts val="9400"/>
              <a:buFont typeface="Oswald"/>
              <a:buNone/>
              <a:defRPr/>
            </a:lvl2pPr>
            <a:lvl3pPr lvl="2" algn="ctr">
              <a:spcBef>
                <a:spcPts val="0"/>
              </a:spcBef>
              <a:spcAft>
                <a:spcPts val="0"/>
              </a:spcAft>
              <a:buClr>
                <a:schemeClr val="dk1"/>
              </a:buClr>
              <a:buSzPts val="9400"/>
              <a:buFont typeface="Oswald"/>
              <a:buNone/>
              <a:defRPr/>
            </a:lvl3pPr>
            <a:lvl4pPr lvl="3" algn="ctr">
              <a:spcBef>
                <a:spcPts val="0"/>
              </a:spcBef>
              <a:spcAft>
                <a:spcPts val="0"/>
              </a:spcAft>
              <a:buClr>
                <a:schemeClr val="dk1"/>
              </a:buClr>
              <a:buSzPts val="9400"/>
              <a:buFont typeface="Oswald"/>
              <a:buNone/>
              <a:defRPr/>
            </a:lvl4pPr>
            <a:lvl5pPr lvl="4" algn="ctr">
              <a:spcBef>
                <a:spcPts val="0"/>
              </a:spcBef>
              <a:spcAft>
                <a:spcPts val="0"/>
              </a:spcAft>
              <a:buClr>
                <a:schemeClr val="dk1"/>
              </a:buClr>
              <a:buSzPts val="9400"/>
              <a:buFont typeface="Oswald"/>
              <a:buNone/>
              <a:defRPr/>
            </a:lvl5pPr>
            <a:lvl6pPr lvl="5" algn="ctr">
              <a:spcBef>
                <a:spcPts val="0"/>
              </a:spcBef>
              <a:spcAft>
                <a:spcPts val="0"/>
              </a:spcAft>
              <a:buClr>
                <a:schemeClr val="dk1"/>
              </a:buClr>
              <a:buSzPts val="9400"/>
              <a:buFont typeface="Oswald"/>
              <a:buNone/>
              <a:defRPr/>
            </a:lvl6pPr>
            <a:lvl7pPr lvl="6" algn="ctr">
              <a:spcBef>
                <a:spcPts val="0"/>
              </a:spcBef>
              <a:spcAft>
                <a:spcPts val="0"/>
              </a:spcAft>
              <a:buClr>
                <a:schemeClr val="dk1"/>
              </a:buClr>
              <a:buSzPts val="9400"/>
              <a:buFont typeface="Oswald"/>
              <a:buNone/>
              <a:defRPr/>
            </a:lvl7pPr>
            <a:lvl8pPr lvl="7" algn="ctr">
              <a:spcBef>
                <a:spcPts val="0"/>
              </a:spcBef>
              <a:spcAft>
                <a:spcPts val="0"/>
              </a:spcAft>
              <a:buClr>
                <a:schemeClr val="dk1"/>
              </a:buClr>
              <a:buSzPts val="9400"/>
              <a:buFont typeface="Oswald"/>
              <a:buNone/>
              <a:defRPr/>
            </a:lvl8pPr>
            <a:lvl9pPr lvl="8" algn="ctr">
              <a:spcBef>
                <a:spcPts val="0"/>
              </a:spcBef>
              <a:spcAft>
                <a:spcPts val="0"/>
              </a:spcAft>
              <a:buClr>
                <a:schemeClr val="dk1"/>
              </a:buClr>
              <a:buSzPts val="9400"/>
              <a:buFont typeface="Oswald"/>
              <a:buNone/>
              <a:defRPr/>
            </a:lvl9pPr>
          </a:lstStyle>
          <a:p/>
        </p:txBody>
      </p:sp>
      <p:sp>
        <p:nvSpPr>
          <p:cNvPr id="45" name="Google Shape;45;p5"/>
          <p:cNvSpPr txBox="1"/>
          <p:nvPr>
            <p:ph idx="5" type="subTitle"/>
          </p:nvPr>
        </p:nvSpPr>
        <p:spPr>
          <a:xfrm>
            <a:off x="1574000" y="4579800"/>
            <a:ext cx="5996400" cy="328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1pPr>
            <a:lvl2pPr lvl="1"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2pPr>
            <a:lvl3pPr lvl="2"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3pPr>
            <a:lvl4pPr lvl="3"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4pPr>
            <a:lvl5pPr lvl="4"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5pPr>
            <a:lvl6pPr lvl="5"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6pPr>
            <a:lvl7pPr lvl="6"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7pPr>
            <a:lvl8pPr lvl="7"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8pPr>
            <a:lvl9pPr lvl="8"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te, time &amp; location" type="titleOnly">
  <p:cSld name="TITLE_ONLY">
    <p:bg>
      <p:bgPr>
        <a:solidFill>
          <a:schemeClr val="lt1"/>
        </a:solidFill>
      </p:bgPr>
    </p:bg>
    <p:spTree>
      <p:nvGrpSpPr>
        <p:cNvPr id="46" name="Shape 46"/>
        <p:cNvGrpSpPr/>
        <p:nvPr/>
      </p:nvGrpSpPr>
      <p:grpSpPr>
        <a:xfrm>
          <a:off x="0" y="0"/>
          <a:ext cx="0" cy="0"/>
          <a:chOff x="0" y="0"/>
          <a:chExt cx="0" cy="0"/>
        </a:xfrm>
      </p:grpSpPr>
      <p:cxnSp>
        <p:nvCxnSpPr>
          <p:cNvPr id="47" name="Google Shape;47;p6"/>
          <p:cNvCxnSpPr/>
          <p:nvPr/>
        </p:nvCxnSpPr>
        <p:spPr>
          <a:xfrm>
            <a:off x="229050" y="311125"/>
            <a:ext cx="8689800" cy="600"/>
          </a:xfrm>
          <a:prstGeom prst="straightConnector1">
            <a:avLst/>
          </a:prstGeom>
          <a:noFill/>
          <a:ln cap="flat" cmpd="sng" w="19050">
            <a:solidFill>
              <a:schemeClr val="dk1"/>
            </a:solidFill>
            <a:prstDash val="solid"/>
            <a:round/>
            <a:headEnd len="med" w="med" type="none"/>
            <a:tailEnd len="med" w="med" type="none"/>
          </a:ln>
        </p:spPr>
      </p:cxnSp>
      <p:sp>
        <p:nvSpPr>
          <p:cNvPr id="48" name="Google Shape;48;p6"/>
          <p:cNvSpPr txBox="1"/>
          <p:nvPr/>
        </p:nvSpPr>
        <p:spPr>
          <a:xfrm>
            <a:off x="130287" y="79125"/>
            <a:ext cx="959700" cy="23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Urbanist Black"/>
                <a:ea typeface="Urbanist Black"/>
                <a:cs typeface="Urbanist Black"/>
                <a:sym typeface="Urbanist Black"/>
              </a:rPr>
              <a:t>PAGE  </a:t>
            </a:r>
            <a:fld id="{00000000-1234-1234-1234-123412341234}" type="slidenum">
              <a:rPr lang="en" sz="800">
                <a:solidFill>
                  <a:schemeClr val="dk1"/>
                </a:solidFill>
                <a:latin typeface="Urbanist Black"/>
                <a:ea typeface="Urbanist Black"/>
                <a:cs typeface="Urbanist Black"/>
                <a:sym typeface="Urbanist Black"/>
              </a:rPr>
              <a:t>‹#›</a:t>
            </a:fld>
            <a:r>
              <a:rPr lang="en" sz="800">
                <a:solidFill>
                  <a:schemeClr val="dk1"/>
                </a:solidFill>
                <a:latin typeface="Urbanist Black"/>
                <a:ea typeface="Urbanist Black"/>
                <a:cs typeface="Urbanist Black"/>
                <a:sym typeface="Urbanist Black"/>
              </a:rPr>
              <a:t> </a:t>
            </a:r>
            <a:endParaRPr sz="800">
              <a:solidFill>
                <a:schemeClr val="dk1"/>
              </a:solidFill>
              <a:latin typeface="Urbanist Black"/>
              <a:ea typeface="Urbanist Black"/>
              <a:cs typeface="Urbanist Black"/>
              <a:sym typeface="Urbanist Black"/>
            </a:endParaRPr>
          </a:p>
        </p:txBody>
      </p:sp>
      <p:sp>
        <p:nvSpPr>
          <p:cNvPr id="49" name="Google Shape;49;p6"/>
          <p:cNvSpPr txBox="1"/>
          <p:nvPr>
            <p:ph type="title"/>
          </p:nvPr>
        </p:nvSpPr>
        <p:spPr>
          <a:xfrm>
            <a:off x="839700" y="234925"/>
            <a:ext cx="74646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9400"/>
              <a:buFont typeface="Oswald"/>
              <a:buNone/>
              <a:defRPr/>
            </a:lvl1pPr>
            <a:lvl2pPr lvl="1" algn="ctr">
              <a:spcBef>
                <a:spcPts val="0"/>
              </a:spcBef>
              <a:spcAft>
                <a:spcPts val="0"/>
              </a:spcAft>
              <a:buClr>
                <a:schemeClr val="dk1"/>
              </a:buClr>
              <a:buSzPts val="9400"/>
              <a:buFont typeface="Oswald"/>
              <a:buNone/>
              <a:defRPr/>
            </a:lvl2pPr>
            <a:lvl3pPr lvl="2" algn="ctr">
              <a:spcBef>
                <a:spcPts val="0"/>
              </a:spcBef>
              <a:spcAft>
                <a:spcPts val="0"/>
              </a:spcAft>
              <a:buClr>
                <a:schemeClr val="dk1"/>
              </a:buClr>
              <a:buSzPts val="9400"/>
              <a:buFont typeface="Oswald"/>
              <a:buNone/>
              <a:defRPr/>
            </a:lvl3pPr>
            <a:lvl4pPr lvl="3" algn="ctr">
              <a:spcBef>
                <a:spcPts val="0"/>
              </a:spcBef>
              <a:spcAft>
                <a:spcPts val="0"/>
              </a:spcAft>
              <a:buClr>
                <a:schemeClr val="dk1"/>
              </a:buClr>
              <a:buSzPts val="9400"/>
              <a:buFont typeface="Oswald"/>
              <a:buNone/>
              <a:defRPr/>
            </a:lvl4pPr>
            <a:lvl5pPr lvl="4" algn="ctr">
              <a:spcBef>
                <a:spcPts val="0"/>
              </a:spcBef>
              <a:spcAft>
                <a:spcPts val="0"/>
              </a:spcAft>
              <a:buClr>
                <a:schemeClr val="dk1"/>
              </a:buClr>
              <a:buSzPts val="9400"/>
              <a:buFont typeface="Oswald"/>
              <a:buNone/>
              <a:defRPr/>
            </a:lvl5pPr>
            <a:lvl6pPr lvl="5" algn="ctr">
              <a:spcBef>
                <a:spcPts val="0"/>
              </a:spcBef>
              <a:spcAft>
                <a:spcPts val="0"/>
              </a:spcAft>
              <a:buClr>
                <a:schemeClr val="dk1"/>
              </a:buClr>
              <a:buSzPts val="9400"/>
              <a:buFont typeface="Oswald"/>
              <a:buNone/>
              <a:defRPr/>
            </a:lvl6pPr>
            <a:lvl7pPr lvl="6" algn="ctr">
              <a:spcBef>
                <a:spcPts val="0"/>
              </a:spcBef>
              <a:spcAft>
                <a:spcPts val="0"/>
              </a:spcAft>
              <a:buClr>
                <a:schemeClr val="dk1"/>
              </a:buClr>
              <a:buSzPts val="9400"/>
              <a:buFont typeface="Oswald"/>
              <a:buNone/>
              <a:defRPr/>
            </a:lvl7pPr>
            <a:lvl8pPr lvl="7" algn="ctr">
              <a:spcBef>
                <a:spcPts val="0"/>
              </a:spcBef>
              <a:spcAft>
                <a:spcPts val="0"/>
              </a:spcAft>
              <a:buClr>
                <a:schemeClr val="dk1"/>
              </a:buClr>
              <a:buSzPts val="9400"/>
              <a:buFont typeface="Oswald"/>
              <a:buNone/>
              <a:defRPr/>
            </a:lvl8pPr>
            <a:lvl9pPr lvl="8" algn="ctr">
              <a:spcBef>
                <a:spcPts val="0"/>
              </a:spcBef>
              <a:spcAft>
                <a:spcPts val="0"/>
              </a:spcAft>
              <a:buClr>
                <a:schemeClr val="dk1"/>
              </a:buClr>
              <a:buSzPts val="9400"/>
              <a:buFont typeface="Oswald"/>
              <a:buNone/>
              <a:defRPr/>
            </a:lvl9pPr>
          </a:lstStyle>
          <a:p/>
        </p:txBody>
      </p:sp>
      <p:sp>
        <p:nvSpPr>
          <p:cNvPr id="50" name="Google Shape;50;p6"/>
          <p:cNvSpPr txBox="1"/>
          <p:nvPr>
            <p:ph idx="1" type="subTitle"/>
          </p:nvPr>
        </p:nvSpPr>
        <p:spPr>
          <a:xfrm>
            <a:off x="1573900" y="1550250"/>
            <a:ext cx="5996400" cy="328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1pPr>
            <a:lvl2pPr lvl="1"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2pPr>
            <a:lvl3pPr lvl="2"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3pPr>
            <a:lvl4pPr lvl="3"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4pPr>
            <a:lvl5pPr lvl="4"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5pPr>
            <a:lvl6pPr lvl="5"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6pPr>
            <a:lvl7pPr lvl="6"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7pPr>
            <a:lvl8pPr lvl="7"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8pPr>
            <a:lvl9pPr lvl="8"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9pPr>
          </a:lstStyle>
          <a:p/>
        </p:txBody>
      </p:sp>
      <p:sp>
        <p:nvSpPr>
          <p:cNvPr id="51" name="Google Shape;51;p6"/>
          <p:cNvSpPr txBox="1"/>
          <p:nvPr>
            <p:ph idx="2" type="title"/>
          </p:nvPr>
        </p:nvSpPr>
        <p:spPr>
          <a:xfrm>
            <a:off x="839700" y="1749688"/>
            <a:ext cx="74646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9400"/>
              <a:buFont typeface="Oswald"/>
              <a:buNone/>
              <a:defRPr/>
            </a:lvl1pPr>
            <a:lvl2pPr lvl="1" algn="ctr">
              <a:spcBef>
                <a:spcPts val="0"/>
              </a:spcBef>
              <a:spcAft>
                <a:spcPts val="0"/>
              </a:spcAft>
              <a:buClr>
                <a:schemeClr val="dk1"/>
              </a:buClr>
              <a:buSzPts val="9400"/>
              <a:buFont typeface="Oswald"/>
              <a:buNone/>
              <a:defRPr/>
            </a:lvl2pPr>
            <a:lvl3pPr lvl="2" algn="ctr">
              <a:spcBef>
                <a:spcPts val="0"/>
              </a:spcBef>
              <a:spcAft>
                <a:spcPts val="0"/>
              </a:spcAft>
              <a:buClr>
                <a:schemeClr val="dk1"/>
              </a:buClr>
              <a:buSzPts val="9400"/>
              <a:buFont typeface="Oswald"/>
              <a:buNone/>
              <a:defRPr/>
            </a:lvl3pPr>
            <a:lvl4pPr lvl="3" algn="ctr">
              <a:spcBef>
                <a:spcPts val="0"/>
              </a:spcBef>
              <a:spcAft>
                <a:spcPts val="0"/>
              </a:spcAft>
              <a:buClr>
                <a:schemeClr val="dk1"/>
              </a:buClr>
              <a:buSzPts val="9400"/>
              <a:buFont typeface="Oswald"/>
              <a:buNone/>
              <a:defRPr/>
            </a:lvl4pPr>
            <a:lvl5pPr lvl="4" algn="ctr">
              <a:spcBef>
                <a:spcPts val="0"/>
              </a:spcBef>
              <a:spcAft>
                <a:spcPts val="0"/>
              </a:spcAft>
              <a:buClr>
                <a:schemeClr val="dk1"/>
              </a:buClr>
              <a:buSzPts val="9400"/>
              <a:buFont typeface="Oswald"/>
              <a:buNone/>
              <a:defRPr/>
            </a:lvl5pPr>
            <a:lvl6pPr lvl="5" algn="ctr">
              <a:spcBef>
                <a:spcPts val="0"/>
              </a:spcBef>
              <a:spcAft>
                <a:spcPts val="0"/>
              </a:spcAft>
              <a:buClr>
                <a:schemeClr val="dk1"/>
              </a:buClr>
              <a:buSzPts val="9400"/>
              <a:buFont typeface="Oswald"/>
              <a:buNone/>
              <a:defRPr/>
            </a:lvl6pPr>
            <a:lvl7pPr lvl="6" algn="ctr">
              <a:spcBef>
                <a:spcPts val="0"/>
              </a:spcBef>
              <a:spcAft>
                <a:spcPts val="0"/>
              </a:spcAft>
              <a:buClr>
                <a:schemeClr val="dk1"/>
              </a:buClr>
              <a:buSzPts val="9400"/>
              <a:buFont typeface="Oswald"/>
              <a:buNone/>
              <a:defRPr/>
            </a:lvl7pPr>
            <a:lvl8pPr lvl="7" algn="ctr">
              <a:spcBef>
                <a:spcPts val="0"/>
              </a:spcBef>
              <a:spcAft>
                <a:spcPts val="0"/>
              </a:spcAft>
              <a:buClr>
                <a:schemeClr val="dk1"/>
              </a:buClr>
              <a:buSzPts val="9400"/>
              <a:buFont typeface="Oswald"/>
              <a:buNone/>
              <a:defRPr/>
            </a:lvl8pPr>
            <a:lvl9pPr lvl="8" algn="ctr">
              <a:spcBef>
                <a:spcPts val="0"/>
              </a:spcBef>
              <a:spcAft>
                <a:spcPts val="0"/>
              </a:spcAft>
              <a:buClr>
                <a:schemeClr val="dk1"/>
              </a:buClr>
              <a:buSzPts val="9400"/>
              <a:buFont typeface="Oswald"/>
              <a:buNone/>
              <a:defRPr/>
            </a:lvl9pPr>
          </a:lstStyle>
          <a:p/>
        </p:txBody>
      </p:sp>
      <p:sp>
        <p:nvSpPr>
          <p:cNvPr id="52" name="Google Shape;52;p6"/>
          <p:cNvSpPr txBox="1"/>
          <p:nvPr>
            <p:ph idx="3" type="subTitle"/>
          </p:nvPr>
        </p:nvSpPr>
        <p:spPr>
          <a:xfrm>
            <a:off x="1574000" y="3065013"/>
            <a:ext cx="5996400" cy="328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1pPr>
            <a:lvl2pPr lvl="1"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2pPr>
            <a:lvl3pPr lvl="2"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3pPr>
            <a:lvl4pPr lvl="3"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4pPr>
            <a:lvl5pPr lvl="4"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5pPr>
            <a:lvl6pPr lvl="5"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6pPr>
            <a:lvl7pPr lvl="6"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7pPr>
            <a:lvl8pPr lvl="7"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8pPr>
            <a:lvl9pPr lvl="8"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9pPr>
          </a:lstStyle>
          <a:p/>
        </p:txBody>
      </p:sp>
      <p:sp>
        <p:nvSpPr>
          <p:cNvPr id="53" name="Google Shape;53;p6"/>
          <p:cNvSpPr txBox="1"/>
          <p:nvPr>
            <p:ph idx="4" type="title"/>
          </p:nvPr>
        </p:nvSpPr>
        <p:spPr>
          <a:xfrm>
            <a:off x="839700" y="3264475"/>
            <a:ext cx="74646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9400"/>
              <a:buFont typeface="Oswald"/>
              <a:buNone/>
              <a:defRPr/>
            </a:lvl1pPr>
            <a:lvl2pPr lvl="1" algn="ctr">
              <a:spcBef>
                <a:spcPts val="0"/>
              </a:spcBef>
              <a:spcAft>
                <a:spcPts val="0"/>
              </a:spcAft>
              <a:buClr>
                <a:schemeClr val="dk1"/>
              </a:buClr>
              <a:buSzPts val="9400"/>
              <a:buFont typeface="Oswald"/>
              <a:buNone/>
              <a:defRPr/>
            </a:lvl2pPr>
            <a:lvl3pPr lvl="2" algn="ctr">
              <a:spcBef>
                <a:spcPts val="0"/>
              </a:spcBef>
              <a:spcAft>
                <a:spcPts val="0"/>
              </a:spcAft>
              <a:buClr>
                <a:schemeClr val="dk1"/>
              </a:buClr>
              <a:buSzPts val="9400"/>
              <a:buFont typeface="Oswald"/>
              <a:buNone/>
              <a:defRPr/>
            </a:lvl3pPr>
            <a:lvl4pPr lvl="3" algn="ctr">
              <a:spcBef>
                <a:spcPts val="0"/>
              </a:spcBef>
              <a:spcAft>
                <a:spcPts val="0"/>
              </a:spcAft>
              <a:buClr>
                <a:schemeClr val="dk1"/>
              </a:buClr>
              <a:buSzPts val="9400"/>
              <a:buFont typeface="Oswald"/>
              <a:buNone/>
              <a:defRPr/>
            </a:lvl4pPr>
            <a:lvl5pPr lvl="4" algn="ctr">
              <a:spcBef>
                <a:spcPts val="0"/>
              </a:spcBef>
              <a:spcAft>
                <a:spcPts val="0"/>
              </a:spcAft>
              <a:buClr>
                <a:schemeClr val="dk1"/>
              </a:buClr>
              <a:buSzPts val="9400"/>
              <a:buFont typeface="Oswald"/>
              <a:buNone/>
              <a:defRPr/>
            </a:lvl5pPr>
            <a:lvl6pPr lvl="5" algn="ctr">
              <a:spcBef>
                <a:spcPts val="0"/>
              </a:spcBef>
              <a:spcAft>
                <a:spcPts val="0"/>
              </a:spcAft>
              <a:buClr>
                <a:schemeClr val="dk1"/>
              </a:buClr>
              <a:buSzPts val="9400"/>
              <a:buFont typeface="Oswald"/>
              <a:buNone/>
              <a:defRPr/>
            </a:lvl6pPr>
            <a:lvl7pPr lvl="6" algn="ctr">
              <a:spcBef>
                <a:spcPts val="0"/>
              </a:spcBef>
              <a:spcAft>
                <a:spcPts val="0"/>
              </a:spcAft>
              <a:buClr>
                <a:schemeClr val="dk1"/>
              </a:buClr>
              <a:buSzPts val="9400"/>
              <a:buFont typeface="Oswald"/>
              <a:buNone/>
              <a:defRPr/>
            </a:lvl7pPr>
            <a:lvl8pPr lvl="7" algn="ctr">
              <a:spcBef>
                <a:spcPts val="0"/>
              </a:spcBef>
              <a:spcAft>
                <a:spcPts val="0"/>
              </a:spcAft>
              <a:buClr>
                <a:schemeClr val="dk1"/>
              </a:buClr>
              <a:buSzPts val="9400"/>
              <a:buFont typeface="Oswald"/>
              <a:buNone/>
              <a:defRPr/>
            </a:lvl8pPr>
            <a:lvl9pPr lvl="8" algn="ctr">
              <a:spcBef>
                <a:spcPts val="0"/>
              </a:spcBef>
              <a:spcAft>
                <a:spcPts val="0"/>
              </a:spcAft>
              <a:buClr>
                <a:schemeClr val="dk1"/>
              </a:buClr>
              <a:buSzPts val="9400"/>
              <a:buFont typeface="Oswald"/>
              <a:buNone/>
              <a:defRPr/>
            </a:lvl9pPr>
          </a:lstStyle>
          <a:p/>
        </p:txBody>
      </p:sp>
      <p:sp>
        <p:nvSpPr>
          <p:cNvPr id="54" name="Google Shape;54;p6"/>
          <p:cNvSpPr txBox="1"/>
          <p:nvPr>
            <p:ph idx="5" type="subTitle"/>
          </p:nvPr>
        </p:nvSpPr>
        <p:spPr>
          <a:xfrm>
            <a:off x="1574000" y="4579800"/>
            <a:ext cx="5996400" cy="328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1pPr>
            <a:lvl2pPr lvl="1"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2pPr>
            <a:lvl3pPr lvl="2"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3pPr>
            <a:lvl4pPr lvl="3"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4pPr>
            <a:lvl5pPr lvl="4"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5pPr>
            <a:lvl6pPr lvl="5"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6pPr>
            <a:lvl7pPr lvl="6"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7pPr>
            <a:lvl8pPr lvl="7"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8pPr>
            <a:lvl9pPr lvl="8"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at you need">
  <p:cSld name="ONE_COLUMN_TEXT">
    <p:bg>
      <p:bgPr>
        <a:solidFill>
          <a:schemeClr val="dk2"/>
        </a:solidFill>
      </p:bgPr>
    </p:bg>
    <p:spTree>
      <p:nvGrpSpPr>
        <p:cNvPr id="55" name="Shape 55"/>
        <p:cNvGrpSpPr/>
        <p:nvPr/>
      </p:nvGrpSpPr>
      <p:grpSpPr>
        <a:xfrm>
          <a:off x="0" y="0"/>
          <a:ext cx="0" cy="0"/>
          <a:chOff x="0" y="0"/>
          <a:chExt cx="0" cy="0"/>
        </a:xfrm>
      </p:grpSpPr>
      <p:cxnSp>
        <p:nvCxnSpPr>
          <p:cNvPr id="56" name="Google Shape;56;p7"/>
          <p:cNvCxnSpPr/>
          <p:nvPr/>
        </p:nvCxnSpPr>
        <p:spPr>
          <a:xfrm>
            <a:off x="229050" y="311125"/>
            <a:ext cx="8689800" cy="600"/>
          </a:xfrm>
          <a:prstGeom prst="straightConnector1">
            <a:avLst/>
          </a:prstGeom>
          <a:noFill/>
          <a:ln cap="flat" cmpd="sng" w="19050">
            <a:solidFill>
              <a:schemeClr val="lt1"/>
            </a:solidFill>
            <a:prstDash val="solid"/>
            <a:round/>
            <a:headEnd len="med" w="med" type="none"/>
            <a:tailEnd len="med" w="med" type="none"/>
          </a:ln>
        </p:spPr>
      </p:cxnSp>
      <p:sp>
        <p:nvSpPr>
          <p:cNvPr id="57" name="Google Shape;57;p7"/>
          <p:cNvSpPr txBox="1"/>
          <p:nvPr/>
        </p:nvSpPr>
        <p:spPr>
          <a:xfrm>
            <a:off x="130287" y="79125"/>
            <a:ext cx="959700" cy="23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Urbanist Black"/>
                <a:ea typeface="Urbanist Black"/>
                <a:cs typeface="Urbanist Black"/>
                <a:sym typeface="Urbanist Black"/>
              </a:rPr>
              <a:t>PAGE  </a:t>
            </a:r>
            <a:fld id="{00000000-1234-1234-1234-123412341234}" type="slidenum">
              <a:rPr lang="en" sz="800">
                <a:solidFill>
                  <a:schemeClr val="lt1"/>
                </a:solidFill>
                <a:latin typeface="Urbanist Black"/>
                <a:ea typeface="Urbanist Black"/>
                <a:cs typeface="Urbanist Black"/>
                <a:sym typeface="Urbanist Black"/>
              </a:rPr>
              <a:t>‹#›</a:t>
            </a:fld>
            <a:r>
              <a:rPr lang="en" sz="800">
                <a:solidFill>
                  <a:schemeClr val="lt1"/>
                </a:solidFill>
                <a:latin typeface="Urbanist Black"/>
                <a:ea typeface="Urbanist Black"/>
                <a:cs typeface="Urbanist Black"/>
                <a:sym typeface="Urbanist Black"/>
              </a:rPr>
              <a:t> </a:t>
            </a:r>
            <a:endParaRPr sz="800">
              <a:solidFill>
                <a:schemeClr val="lt1"/>
              </a:solidFill>
              <a:latin typeface="Urbanist Black"/>
              <a:ea typeface="Urbanist Black"/>
              <a:cs typeface="Urbanist Black"/>
              <a:sym typeface="Urbanist Black"/>
            </a:endParaRPr>
          </a:p>
        </p:txBody>
      </p:sp>
      <p:sp>
        <p:nvSpPr>
          <p:cNvPr id="58" name="Google Shape;58;p7"/>
          <p:cNvSpPr/>
          <p:nvPr>
            <p:ph idx="2" type="pic"/>
          </p:nvPr>
        </p:nvSpPr>
        <p:spPr>
          <a:xfrm>
            <a:off x="228600" y="1759200"/>
            <a:ext cx="2079300" cy="2614500"/>
          </a:xfrm>
          <a:prstGeom prst="rect">
            <a:avLst/>
          </a:prstGeom>
          <a:noFill/>
          <a:ln>
            <a:noFill/>
          </a:ln>
        </p:spPr>
      </p:sp>
      <p:sp>
        <p:nvSpPr>
          <p:cNvPr id="59" name="Google Shape;59;p7"/>
          <p:cNvSpPr/>
          <p:nvPr>
            <p:ph idx="3" type="pic"/>
          </p:nvPr>
        </p:nvSpPr>
        <p:spPr>
          <a:xfrm>
            <a:off x="2431375" y="1759200"/>
            <a:ext cx="2079300" cy="2614500"/>
          </a:xfrm>
          <a:prstGeom prst="rect">
            <a:avLst/>
          </a:prstGeom>
          <a:noFill/>
          <a:ln>
            <a:noFill/>
          </a:ln>
        </p:spPr>
      </p:sp>
      <p:sp>
        <p:nvSpPr>
          <p:cNvPr id="60" name="Google Shape;60;p7"/>
          <p:cNvSpPr/>
          <p:nvPr>
            <p:ph idx="4" type="pic"/>
          </p:nvPr>
        </p:nvSpPr>
        <p:spPr>
          <a:xfrm>
            <a:off x="4633675" y="1759200"/>
            <a:ext cx="2079300" cy="2614500"/>
          </a:xfrm>
          <a:prstGeom prst="rect">
            <a:avLst/>
          </a:prstGeom>
          <a:noFill/>
          <a:ln>
            <a:noFill/>
          </a:ln>
        </p:spPr>
      </p:sp>
      <p:sp>
        <p:nvSpPr>
          <p:cNvPr id="61" name="Google Shape;61;p7"/>
          <p:cNvSpPr/>
          <p:nvPr>
            <p:ph idx="5" type="pic"/>
          </p:nvPr>
        </p:nvSpPr>
        <p:spPr>
          <a:xfrm>
            <a:off x="6836125" y="1759200"/>
            <a:ext cx="2079300" cy="2614500"/>
          </a:xfrm>
          <a:prstGeom prst="rect">
            <a:avLst/>
          </a:prstGeom>
          <a:noFill/>
          <a:ln>
            <a:noFill/>
          </a:ln>
        </p:spPr>
      </p:sp>
      <p:sp>
        <p:nvSpPr>
          <p:cNvPr id="62" name="Google Shape;62;p7"/>
          <p:cNvSpPr txBox="1"/>
          <p:nvPr>
            <p:ph idx="1" type="subTitle"/>
          </p:nvPr>
        </p:nvSpPr>
        <p:spPr>
          <a:xfrm>
            <a:off x="228600" y="4470900"/>
            <a:ext cx="2079300" cy="449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Urbanist Black"/>
              <a:buNone/>
              <a:defRPr>
                <a:solidFill>
                  <a:schemeClr val="lt1"/>
                </a:solidFill>
              </a:defRPr>
            </a:lvl1pPr>
            <a:lvl2pPr lvl="1" algn="ctr">
              <a:spcBef>
                <a:spcPts val="0"/>
              </a:spcBef>
              <a:spcAft>
                <a:spcPts val="0"/>
              </a:spcAft>
              <a:buClr>
                <a:schemeClr val="lt1"/>
              </a:buClr>
              <a:buSzPts val="1400"/>
              <a:buFont typeface="Urbanist Black"/>
              <a:buNone/>
              <a:defRPr>
                <a:solidFill>
                  <a:schemeClr val="lt1"/>
                </a:solidFill>
              </a:defRPr>
            </a:lvl2pPr>
            <a:lvl3pPr lvl="2" algn="ctr">
              <a:spcBef>
                <a:spcPts val="0"/>
              </a:spcBef>
              <a:spcAft>
                <a:spcPts val="0"/>
              </a:spcAft>
              <a:buClr>
                <a:schemeClr val="lt1"/>
              </a:buClr>
              <a:buSzPts val="1400"/>
              <a:buFont typeface="Urbanist Black"/>
              <a:buNone/>
              <a:defRPr>
                <a:solidFill>
                  <a:schemeClr val="lt1"/>
                </a:solidFill>
              </a:defRPr>
            </a:lvl3pPr>
            <a:lvl4pPr lvl="3" algn="ctr">
              <a:spcBef>
                <a:spcPts val="0"/>
              </a:spcBef>
              <a:spcAft>
                <a:spcPts val="0"/>
              </a:spcAft>
              <a:buClr>
                <a:schemeClr val="lt1"/>
              </a:buClr>
              <a:buSzPts val="1400"/>
              <a:buFont typeface="Urbanist Black"/>
              <a:buNone/>
              <a:defRPr>
                <a:solidFill>
                  <a:schemeClr val="lt1"/>
                </a:solidFill>
              </a:defRPr>
            </a:lvl4pPr>
            <a:lvl5pPr lvl="4" algn="ctr">
              <a:spcBef>
                <a:spcPts val="0"/>
              </a:spcBef>
              <a:spcAft>
                <a:spcPts val="0"/>
              </a:spcAft>
              <a:buClr>
                <a:schemeClr val="lt1"/>
              </a:buClr>
              <a:buSzPts val="1400"/>
              <a:buFont typeface="Urbanist Black"/>
              <a:buNone/>
              <a:defRPr>
                <a:solidFill>
                  <a:schemeClr val="lt1"/>
                </a:solidFill>
              </a:defRPr>
            </a:lvl5pPr>
            <a:lvl6pPr lvl="5" algn="ctr">
              <a:spcBef>
                <a:spcPts val="0"/>
              </a:spcBef>
              <a:spcAft>
                <a:spcPts val="0"/>
              </a:spcAft>
              <a:buClr>
                <a:schemeClr val="lt1"/>
              </a:buClr>
              <a:buSzPts val="1400"/>
              <a:buFont typeface="Urbanist Black"/>
              <a:buNone/>
              <a:defRPr>
                <a:solidFill>
                  <a:schemeClr val="lt1"/>
                </a:solidFill>
              </a:defRPr>
            </a:lvl6pPr>
            <a:lvl7pPr lvl="6" algn="ctr">
              <a:spcBef>
                <a:spcPts val="0"/>
              </a:spcBef>
              <a:spcAft>
                <a:spcPts val="0"/>
              </a:spcAft>
              <a:buClr>
                <a:schemeClr val="lt1"/>
              </a:buClr>
              <a:buSzPts val="1400"/>
              <a:buFont typeface="Urbanist Black"/>
              <a:buNone/>
              <a:defRPr>
                <a:solidFill>
                  <a:schemeClr val="lt1"/>
                </a:solidFill>
              </a:defRPr>
            </a:lvl7pPr>
            <a:lvl8pPr lvl="7" algn="ctr">
              <a:spcBef>
                <a:spcPts val="0"/>
              </a:spcBef>
              <a:spcAft>
                <a:spcPts val="0"/>
              </a:spcAft>
              <a:buClr>
                <a:schemeClr val="lt1"/>
              </a:buClr>
              <a:buSzPts val="1400"/>
              <a:buFont typeface="Urbanist Black"/>
              <a:buNone/>
              <a:defRPr>
                <a:solidFill>
                  <a:schemeClr val="lt1"/>
                </a:solidFill>
              </a:defRPr>
            </a:lvl8pPr>
            <a:lvl9pPr lvl="8" algn="ctr">
              <a:spcBef>
                <a:spcPts val="0"/>
              </a:spcBef>
              <a:spcAft>
                <a:spcPts val="0"/>
              </a:spcAft>
              <a:buClr>
                <a:schemeClr val="lt1"/>
              </a:buClr>
              <a:buSzPts val="1400"/>
              <a:buFont typeface="Urbanist Black"/>
              <a:buNone/>
              <a:defRPr>
                <a:solidFill>
                  <a:schemeClr val="lt1"/>
                </a:solidFill>
              </a:defRPr>
            </a:lvl9pPr>
          </a:lstStyle>
          <a:p/>
        </p:txBody>
      </p:sp>
      <p:sp>
        <p:nvSpPr>
          <p:cNvPr id="63" name="Google Shape;63;p7"/>
          <p:cNvSpPr txBox="1"/>
          <p:nvPr>
            <p:ph idx="6" type="subTitle"/>
          </p:nvPr>
        </p:nvSpPr>
        <p:spPr>
          <a:xfrm>
            <a:off x="2431375" y="4470900"/>
            <a:ext cx="2079300" cy="449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Urbanist Black"/>
              <a:buNone/>
              <a:defRPr>
                <a:solidFill>
                  <a:schemeClr val="lt1"/>
                </a:solidFill>
              </a:defRPr>
            </a:lvl1pPr>
            <a:lvl2pPr lvl="1" algn="ctr">
              <a:spcBef>
                <a:spcPts val="0"/>
              </a:spcBef>
              <a:spcAft>
                <a:spcPts val="0"/>
              </a:spcAft>
              <a:buClr>
                <a:schemeClr val="lt1"/>
              </a:buClr>
              <a:buSzPts val="1400"/>
              <a:buFont typeface="Urbanist Black"/>
              <a:buNone/>
              <a:defRPr>
                <a:solidFill>
                  <a:schemeClr val="lt1"/>
                </a:solidFill>
              </a:defRPr>
            </a:lvl2pPr>
            <a:lvl3pPr lvl="2" algn="ctr">
              <a:spcBef>
                <a:spcPts val="0"/>
              </a:spcBef>
              <a:spcAft>
                <a:spcPts val="0"/>
              </a:spcAft>
              <a:buClr>
                <a:schemeClr val="lt1"/>
              </a:buClr>
              <a:buSzPts val="1400"/>
              <a:buFont typeface="Urbanist Black"/>
              <a:buNone/>
              <a:defRPr>
                <a:solidFill>
                  <a:schemeClr val="lt1"/>
                </a:solidFill>
              </a:defRPr>
            </a:lvl3pPr>
            <a:lvl4pPr lvl="3" algn="ctr">
              <a:spcBef>
                <a:spcPts val="0"/>
              </a:spcBef>
              <a:spcAft>
                <a:spcPts val="0"/>
              </a:spcAft>
              <a:buClr>
                <a:schemeClr val="lt1"/>
              </a:buClr>
              <a:buSzPts val="1400"/>
              <a:buFont typeface="Urbanist Black"/>
              <a:buNone/>
              <a:defRPr>
                <a:solidFill>
                  <a:schemeClr val="lt1"/>
                </a:solidFill>
              </a:defRPr>
            </a:lvl4pPr>
            <a:lvl5pPr lvl="4" algn="ctr">
              <a:spcBef>
                <a:spcPts val="0"/>
              </a:spcBef>
              <a:spcAft>
                <a:spcPts val="0"/>
              </a:spcAft>
              <a:buClr>
                <a:schemeClr val="lt1"/>
              </a:buClr>
              <a:buSzPts val="1400"/>
              <a:buFont typeface="Urbanist Black"/>
              <a:buNone/>
              <a:defRPr>
                <a:solidFill>
                  <a:schemeClr val="lt1"/>
                </a:solidFill>
              </a:defRPr>
            </a:lvl5pPr>
            <a:lvl6pPr lvl="5" algn="ctr">
              <a:spcBef>
                <a:spcPts val="0"/>
              </a:spcBef>
              <a:spcAft>
                <a:spcPts val="0"/>
              </a:spcAft>
              <a:buClr>
                <a:schemeClr val="lt1"/>
              </a:buClr>
              <a:buSzPts val="1400"/>
              <a:buFont typeface="Urbanist Black"/>
              <a:buNone/>
              <a:defRPr>
                <a:solidFill>
                  <a:schemeClr val="lt1"/>
                </a:solidFill>
              </a:defRPr>
            </a:lvl6pPr>
            <a:lvl7pPr lvl="6" algn="ctr">
              <a:spcBef>
                <a:spcPts val="0"/>
              </a:spcBef>
              <a:spcAft>
                <a:spcPts val="0"/>
              </a:spcAft>
              <a:buClr>
                <a:schemeClr val="lt1"/>
              </a:buClr>
              <a:buSzPts val="1400"/>
              <a:buFont typeface="Urbanist Black"/>
              <a:buNone/>
              <a:defRPr>
                <a:solidFill>
                  <a:schemeClr val="lt1"/>
                </a:solidFill>
              </a:defRPr>
            </a:lvl7pPr>
            <a:lvl8pPr lvl="7" algn="ctr">
              <a:spcBef>
                <a:spcPts val="0"/>
              </a:spcBef>
              <a:spcAft>
                <a:spcPts val="0"/>
              </a:spcAft>
              <a:buClr>
                <a:schemeClr val="lt1"/>
              </a:buClr>
              <a:buSzPts val="1400"/>
              <a:buFont typeface="Urbanist Black"/>
              <a:buNone/>
              <a:defRPr>
                <a:solidFill>
                  <a:schemeClr val="lt1"/>
                </a:solidFill>
              </a:defRPr>
            </a:lvl8pPr>
            <a:lvl9pPr lvl="8" algn="ctr">
              <a:spcBef>
                <a:spcPts val="0"/>
              </a:spcBef>
              <a:spcAft>
                <a:spcPts val="0"/>
              </a:spcAft>
              <a:buClr>
                <a:schemeClr val="lt1"/>
              </a:buClr>
              <a:buSzPts val="1400"/>
              <a:buFont typeface="Urbanist Black"/>
              <a:buNone/>
              <a:defRPr>
                <a:solidFill>
                  <a:schemeClr val="lt1"/>
                </a:solidFill>
              </a:defRPr>
            </a:lvl9pPr>
          </a:lstStyle>
          <a:p/>
        </p:txBody>
      </p:sp>
      <p:sp>
        <p:nvSpPr>
          <p:cNvPr id="64" name="Google Shape;64;p7"/>
          <p:cNvSpPr txBox="1"/>
          <p:nvPr>
            <p:ph idx="7" type="subTitle"/>
          </p:nvPr>
        </p:nvSpPr>
        <p:spPr>
          <a:xfrm>
            <a:off x="4634150" y="4470900"/>
            <a:ext cx="2079300" cy="449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Urbanist Black"/>
              <a:buNone/>
              <a:defRPr>
                <a:solidFill>
                  <a:schemeClr val="lt1"/>
                </a:solidFill>
              </a:defRPr>
            </a:lvl1pPr>
            <a:lvl2pPr lvl="1" algn="ctr">
              <a:spcBef>
                <a:spcPts val="0"/>
              </a:spcBef>
              <a:spcAft>
                <a:spcPts val="0"/>
              </a:spcAft>
              <a:buClr>
                <a:schemeClr val="lt1"/>
              </a:buClr>
              <a:buSzPts val="1400"/>
              <a:buFont typeface="Urbanist Black"/>
              <a:buNone/>
              <a:defRPr>
                <a:solidFill>
                  <a:schemeClr val="lt1"/>
                </a:solidFill>
              </a:defRPr>
            </a:lvl2pPr>
            <a:lvl3pPr lvl="2" algn="ctr">
              <a:spcBef>
                <a:spcPts val="0"/>
              </a:spcBef>
              <a:spcAft>
                <a:spcPts val="0"/>
              </a:spcAft>
              <a:buClr>
                <a:schemeClr val="lt1"/>
              </a:buClr>
              <a:buSzPts val="1400"/>
              <a:buFont typeface="Urbanist Black"/>
              <a:buNone/>
              <a:defRPr>
                <a:solidFill>
                  <a:schemeClr val="lt1"/>
                </a:solidFill>
              </a:defRPr>
            </a:lvl3pPr>
            <a:lvl4pPr lvl="3" algn="ctr">
              <a:spcBef>
                <a:spcPts val="0"/>
              </a:spcBef>
              <a:spcAft>
                <a:spcPts val="0"/>
              </a:spcAft>
              <a:buClr>
                <a:schemeClr val="lt1"/>
              </a:buClr>
              <a:buSzPts val="1400"/>
              <a:buFont typeface="Urbanist Black"/>
              <a:buNone/>
              <a:defRPr>
                <a:solidFill>
                  <a:schemeClr val="lt1"/>
                </a:solidFill>
              </a:defRPr>
            </a:lvl4pPr>
            <a:lvl5pPr lvl="4" algn="ctr">
              <a:spcBef>
                <a:spcPts val="0"/>
              </a:spcBef>
              <a:spcAft>
                <a:spcPts val="0"/>
              </a:spcAft>
              <a:buClr>
                <a:schemeClr val="lt1"/>
              </a:buClr>
              <a:buSzPts val="1400"/>
              <a:buFont typeface="Urbanist Black"/>
              <a:buNone/>
              <a:defRPr>
                <a:solidFill>
                  <a:schemeClr val="lt1"/>
                </a:solidFill>
              </a:defRPr>
            </a:lvl5pPr>
            <a:lvl6pPr lvl="5" algn="ctr">
              <a:spcBef>
                <a:spcPts val="0"/>
              </a:spcBef>
              <a:spcAft>
                <a:spcPts val="0"/>
              </a:spcAft>
              <a:buClr>
                <a:schemeClr val="lt1"/>
              </a:buClr>
              <a:buSzPts val="1400"/>
              <a:buFont typeface="Urbanist Black"/>
              <a:buNone/>
              <a:defRPr>
                <a:solidFill>
                  <a:schemeClr val="lt1"/>
                </a:solidFill>
              </a:defRPr>
            </a:lvl6pPr>
            <a:lvl7pPr lvl="6" algn="ctr">
              <a:spcBef>
                <a:spcPts val="0"/>
              </a:spcBef>
              <a:spcAft>
                <a:spcPts val="0"/>
              </a:spcAft>
              <a:buClr>
                <a:schemeClr val="lt1"/>
              </a:buClr>
              <a:buSzPts val="1400"/>
              <a:buFont typeface="Urbanist Black"/>
              <a:buNone/>
              <a:defRPr>
                <a:solidFill>
                  <a:schemeClr val="lt1"/>
                </a:solidFill>
              </a:defRPr>
            </a:lvl7pPr>
            <a:lvl8pPr lvl="7" algn="ctr">
              <a:spcBef>
                <a:spcPts val="0"/>
              </a:spcBef>
              <a:spcAft>
                <a:spcPts val="0"/>
              </a:spcAft>
              <a:buClr>
                <a:schemeClr val="lt1"/>
              </a:buClr>
              <a:buSzPts val="1400"/>
              <a:buFont typeface="Urbanist Black"/>
              <a:buNone/>
              <a:defRPr>
                <a:solidFill>
                  <a:schemeClr val="lt1"/>
                </a:solidFill>
              </a:defRPr>
            </a:lvl8pPr>
            <a:lvl9pPr lvl="8" algn="ctr">
              <a:spcBef>
                <a:spcPts val="0"/>
              </a:spcBef>
              <a:spcAft>
                <a:spcPts val="0"/>
              </a:spcAft>
              <a:buClr>
                <a:schemeClr val="lt1"/>
              </a:buClr>
              <a:buSzPts val="1400"/>
              <a:buFont typeface="Urbanist Black"/>
              <a:buNone/>
              <a:defRPr>
                <a:solidFill>
                  <a:schemeClr val="lt1"/>
                </a:solidFill>
              </a:defRPr>
            </a:lvl9pPr>
          </a:lstStyle>
          <a:p/>
        </p:txBody>
      </p:sp>
      <p:sp>
        <p:nvSpPr>
          <p:cNvPr id="65" name="Google Shape;65;p7"/>
          <p:cNvSpPr txBox="1"/>
          <p:nvPr>
            <p:ph idx="8" type="subTitle"/>
          </p:nvPr>
        </p:nvSpPr>
        <p:spPr>
          <a:xfrm>
            <a:off x="6836125" y="4470900"/>
            <a:ext cx="2079300" cy="449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Urbanist Black"/>
              <a:buNone/>
              <a:defRPr>
                <a:solidFill>
                  <a:schemeClr val="lt1"/>
                </a:solidFill>
              </a:defRPr>
            </a:lvl1pPr>
            <a:lvl2pPr lvl="1" algn="ctr">
              <a:spcBef>
                <a:spcPts val="0"/>
              </a:spcBef>
              <a:spcAft>
                <a:spcPts val="0"/>
              </a:spcAft>
              <a:buClr>
                <a:schemeClr val="lt1"/>
              </a:buClr>
              <a:buSzPts val="1400"/>
              <a:buFont typeface="Urbanist Black"/>
              <a:buNone/>
              <a:defRPr>
                <a:solidFill>
                  <a:schemeClr val="lt1"/>
                </a:solidFill>
              </a:defRPr>
            </a:lvl2pPr>
            <a:lvl3pPr lvl="2" algn="ctr">
              <a:spcBef>
                <a:spcPts val="0"/>
              </a:spcBef>
              <a:spcAft>
                <a:spcPts val="0"/>
              </a:spcAft>
              <a:buClr>
                <a:schemeClr val="lt1"/>
              </a:buClr>
              <a:buSzPts val="1400"/>
              <a:buFont typeface="Urbanist Black"/>
              <a:buNone/>
              <a:defRPr>
                <a:solidFill>
                  <a:schemeClr val="lt1"/>
                </a:solidFill>
              </a:defRPr>
            </a:lvl3pPr>
            <a:lvl4pPr lvl="3" algn="ctr">
              <a:spcBef>
                <a:spcPts val="0"/>
              </a:spcBef>
              <a:spcAft>
                <a:spcPts val="0"/>
              </a:spcAft>
              <a:buClr>
                <a:schemeClr val="lt1"/>
              </a:buClr>
              <a:buSzPts val="1400"/>
              <a:buFont typeface="Urbanist Black"/>
              <a:buNone/>
              <a:defRPr>
                <a:solidFill>
                  <a:schemeClr val="lt1"/>
                </a:solidFill>
              </a:defRPr>
            </a:lvl4pPr>
            <a:lvl5pPr lvl="4" algn="ctr">
              <a:spcBef>
                <a:spcPts val="0"/>
              </a:spcBef>
              <a:spcAft>
                <a:spcPts val="0"/>
              </a:spcAft>
              <a:buClr>
                <a:schemeClr val="lt1"/>
              </a:buClr>
              <a:buSzPts val="1400"/>
              <a:buFont typeface="Urbanist Black"/>
              <a:buNone/>
              <a:defRPr>
                <a:solidFill>
                  <a:schemeClr val="lt1"/>
                </a:solidFill>
              </a:defRPr>
            </a:lvl5pPr>
            <a:lvl6pPr lvl="5" algn="ctr">
              <a:spcBef>
                <a:spcPts val="0"/>
              </a:spcBef>
              <a:spcAft>
                <a:spcPts val="0"/>
              </a:spcAft>
              <a:buClr>
                <a:schemeClr val="lt1"/>
              </a:buClr>
              <a:buSzPts val="1400"/>
              <a:buFont typeface="Urbanist Black"/>
              <a:buNone/>
              <a:defRPr>
                <a:solidFill>
                  <a:schemeClr val="lt1"/>
                </a:solidFill>
              </a:defRPr>
            </a:lvl6pPr>
            <a:lvl7pPr lvl="6" algn="ctr">
              <a:spcBef>
                <a:spcPts val="0"/>
              </a:spcBef>
              <a:spcAft>
                <a:spcPts val="0"/>
              </a:spcAft>
              <a:buClr>
                <a:schemeClr val="lt1"/>
              </a:buClr>
              <a:buSzPts val="1400"/>
              <a:buFont typeface="Urbanist Black"/>
              <a:buNone/>
              <a:defRPr>
                <a:solidFill>
                  <a:schemeClr val="lt1"/>
                </a:solidFill>
              </a:defRPr>
            </a:lvl7pPr>
            <a:lvl8pPr lvl="7" algn="ctr">
              <a:spcBef>
                <a:spcPts val="0"/>
              </a:spcBef>
              <a:spcAft>
                <a:spcPts val="0"/>
              </a:spcAft>
              <a:buClr>
                <a:schemeClr val="lt1"/>
              </a:buClr>
              <a:buSzPts val="1400"/>
              <a:buFont typeface="Urbanist Black"/>
              <a:buNone/>
              <a:defRPr>
                <a:solidFill>
                  <a:schemeClr val="lt1"/>
                </a:solidFill>
              </a:defRPr>
            </a:lvl8pPr>
            <a:lvl9pPr lvl="8" algn="ctr">
              <a:spcBef>
                <a:spcPts val="0"/>
              </a:spcBef>
              <a:spcAft>
                <a:spcPts val="0"/>
              </a:spcAft>
              <a:buClr>
                <a:schemeClr val="lt1"/>
              </a:buClr>
              <a:buSzPts val="1400"/>
              <a:buFont typeface="Urbanist Black"/>
              <a:buNone/>
              <a:defRPr>
                <a:solidFill>
                  <a:schemeClr val="lt1"/>
                </a:solidFill>
              </a:defRPr>
            </a:lvl9pPr>
          </a:lstStyle>
          <a:p/>
        </p:txBody>
      </p:sp>
      <p:sp>
        <p:nvSpPr>
          <p:cNvPr id="66" name="Google Shape;66;p7"/>
          <p:cNvSpPr txBox="1"/>
          <p:nvPr>
            <p:ph type="title"/>
          </p:nvPr>
        </p:nvSpPr>
        <p:spPr>
          <a:xfrm>
            <a:off x="228600" y="234925"/>
            <a:ext cx="86898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10000"/>
              <a:buFont typeface="Oswald"/>
              <a:buNone/>
              <a:defRPr sz="10000">
                <a:solidFill>
                  <a:schemeClr val="lt1"/>
                </a:solidFill>
              </a:defRPr>
            </a:lvl1pPr>
            <a:lvl2pPr lvl="1" algn="ctr">
              <a:spcBef>
                <a:spcPts val="0"/>
              </a:spcBef>
              <a:spcAft>
                <a:spcPts val="0"/>
              </a:spcAft>
              <a:buClr>
                <a:schemeClr val="lt1"/>
              </a:buClr>
              <a:buSzPts val="9400"/>
              <a:buFont typeface="Oswald"/>
              <a:buNone/>
              <a:defRPr>
                <a:solidFill>
                  <a:schemeClr val="lt1"/>
                </a:solidFill>
              </a:defRPr>
            </a:lvl2pPr>
            <a:lvl3pPr lvl="2" algn="ctr">
              <a:spcBef>
                <a:spcPts val="0"/>
              </a:spcBef>
              <a:spcAft>
                <a:spcPts val="0"/>
              </a:spcAft>
              <a:buClr>
                <a:schemeClr val="lt1"/>
              </a:buClr>
              <a:buSzPts val="9400"/>
              <a:buFont typeface="Oswald"/>
              <a:buNone/>
              <a:defRPr>
                <a:solidFill>
                  <a:schemeClr val="lt1"/>
                </a:solidFill>
              </a:defRPr>
            </a:lvl3pPr>
            <a:lvl4pPr lvl="3" algn="ctr">
              <a:spcBef>
                <a:spcPts val="0"/>
              </a:spcBef>
              <a:spcAft>
                <a:spcPts val="0"/>
              </a:spcAft>
              <a:buClr>
                <a:schemeClr val="lt1"/>
              </a:buClr>
              <a:buSzPts val="9400"/>
              <a:buFont typeface="Oswald"/>
              <a:buNone/>
              <a:defRPr>
                <a:solidFill>
                  <a:schemeClr val="lt1"/>
                </a:solidFill>
              </a:defRPr>
            </a:lvl4pPr>
            <a:lvl5pPr lvl="4" algn="ctr">
              <a:spcBef>
                <a:spcPts val="0"/>
              </a:spcBef>
              <a:spcAft>
                <a:spcPts val="0"/>
              </a:spcAft>
              <a:buClr>
                <a:schemeClr val="lt1"/>
              </a:buClr>
              <a:buSzPts val="9400"/>
              <a:buFont typeface="Oswald"/>
              <a:buNone/>
              <a:defRPr>
                <a:solidFill>
                  <a:schemeClr val="lt1"/>
                </a:solidFill>
              </a:defRPr>
            </a:lvl5pPr>
            <a:lvl6pPr lvl="5" algn="ctr">
              <a:spcBef>
                <a:spcPts val="0"/>
              </a:spcBef>
              <a:spcAft>
                <a:spcPts val="0"/>
              </a:spcAft>
              <a:buClr>
                <a:schemeClr val="lt1"/>
              </a:buClr>
              <a:buSzPts val="9400"/>
              <a:buFont typeface="Oswald"/>
              <a:buNone/>
              <a:defRPr>
                <a:solidFill>
                  <a:schemeClr val="lt1"/>
                </a:solidFill>
              </a:defRPr>
            </a:lvl6pPr>
            <a:lvl7pPr lvl="6" algn="ctr">
              <a:spcBef>
                <a:spcPts val="0"/>
              </a:spcBef>
              <a:spcAft>
                <a:spcPts val="0"/>
              </a:spcAft>
              <a:buClr>
                <a:schemeClr val="lt1"/>
              </a:buClr>
              <a:buSzPts val="9400"/>
              <a:buFont typeface="Oswald"/>
              <a:buNone/>
              <a:defRPr>
                <a:solidFill>
                  <a:schemeClr val="lt1"/>
                </a:solidFill>
              </a:defRPr>
            </a:lvl7pPr>
            <a:lvl8pPr lvl="7" algn="ctr">
              <a:spcBef>
                <a:spcPts val="0"/>
              </a:spcBef>
              <a:spcAft>
                <a:spcPts val="0"/>
              </a:spcAft>
              <a:buClr>
                <a:schemeClr val="lt1"/>
              </a:buClr>
              <a:buSzPts val="9400"/>
              <a:buFont typeface="Oswald"/>
              <a:buNone/>
              <a:defRPr>
                <a:solidFill>
                  <a:schemeClr val="lt1"/>
                </a:solidFill>
              </a:defRPr>
            </a:lvl8pPr>
            <a:lvl9pPr lvl="8" algn="ctr">
              <a:spcBef>
                <a:spcPts val="0"/>
              </a:spcBef>
              <a:spcAft>
                <a:spcPts val="0"/>
              </a:spcAft>
              <a:buClr>
                <a:schemeClr val="lt1"/>
              </a:buClr>
              <a:buSzPts val="9400"/>
              <a:buFont typeface="Oswald"/>
              <a:buNone/>
              <a:defRPr>
                <a:solidFill>
                  <a:schemeClr val="lt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ying safe">
  <p:cSld name="MAIN_POINT">
    <p:bg>
      <p:bgPr>
        <a:solidFill>
          <a:schemeClr val="lt2"/>
        </a:solidFill>
      </p:bgPr>
    </p:bg>
    <p:spTree>
      <p:nvGrpSpPr>
        <p:cNvPr id="67" name="Shape 67"/>
        <p:cNvGrpSpPr/>
        <p:nvPr/>
      </p:nvGrpSpPr>
      <p:grpSpPr>
        <a:xfrm>
          <a:off x="0" y="0"/>
          <a:ext cx="0" cy="0"/>
          <a:chOff x="0" y="0"/>
          <a:chExt cx="0" cy="0"/>
        </a:xfrm>
      </p:grpSpPr>
      <p:sp>
        <p:nvSpPr>
          <p:cNvPr id="68" name="Google Shape;68;p8"/>
          <p:cNvSpPr txBox="1"/>
          <p:nvPr>
            <p:ph type="title"/>
          </p:nvPr>
        </p:nvSpPr>
        <p:spPr>
          <a:xfrm>
            <a:off x="225600" y="234925"/>
            <a:ext cx="86898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12000"/>
              <a:buFont typeface="Oswald"/>
              <a:buNone/>
              <a:defRPr sz="12000"/>
            </a:lvl1pPr>
            <a:lvl2pPr lvl="1" algn="ctr">
              <a:spcBef>
                <a:spcPts val="0"/>
              </a:spcBef>
              <a:spcAft>
                <a:spcPts val="0"/>
              </a:spcAft>
              <a:buClr>
                <a:schemeClr val="dk1"/>
              </a:buClr>
              <a:buSzPts val="9400"/>
              <a:buFont typeface="Oswald"/>
              <a:buNone/>
              <a:defRPr/>
            </a:lvl2pPr>
            <a:lvl3pPr lvl="2" algn="ctr">
              <a:spcBef>
                <a:spcPts val="0"/>
              </a:spcBef>
              <a:spcAft>
                <a:spcPts val="0"/>
              </a:spcAft>
              <a:buClr>
                <a:schemeClr val="dk1"/>
              </a:buClr>
              <a:buSzPts val="9400"/>
              <a:buFont typeface="Oswald"/>
              <a:buNone/>
              <a:defRPr/>
            </a:lvl3pPr>
            <a:lvl4pPr lvl="3" algn="ctr">
              <a:spcBef>
                <a:spcPts val="0"/>
              </a:spcBef>
              <a:spcAft>
                <a:spcPts val="0"/>
              </a:spcAft>
              <a:buClr>
                <a:schemeClr val="dk1"/>
              </a:buClr>
              <a:buSzPts val="9400"/>
              <a:buFont typeface="Oswald"/>
              <a:buNone/>
              <a:defRPr/>
            </a:lvl4pPr>
            <a:lvl5pPr lvl="4" algn="ctr">
              <a:spcBef>
                <a:spcPts val="0"/>
              </a:spcBef>
              <a:spcAft>
                <a:spcPts val="0"/>
              </a:spcAft>
              <a:buClr>
                <a:schemeClr val="dk1"/>
              </a:buClr>
              <a:buSzPts val="9400"/>
              <a:buFont typeface="Oswald"/>
              <a:buNone/>
              <a:defRPr/>
            </a:lvl5pPr>
            <a:lvl6pPr lvl="5" algn="ctr">
              <a:spcBef>
                <a:spcPts val="0"/>
              </a:spcBef>
              <a:spcAft>
                <a:spcPts val="0"/>
              </a:spcAft>
              <a:buClr>
                <a:schemeClr val="dk1"/>
              </a:buClr>
              <a:buSzPts val="9400"/>
              <a:buFont typeface="Oswald"/>
              <a:buNone/>
              <a:defRPr/>
            </a:lvl6pPr>
            <a:lvl7pPr lvl="6" algn="ctr">
              <a:spcBef>
                <a:spcPts val="0"/>
              </a:spcBef>
              <a:spcAft>
                <a:spcPts val="0"/>
              </a:spcAft>
              <a:buClr>
                <a:schemeClr val="dk1"/>
              </a:buClr>
              <a:buSzPts val="9400"/>
              <a:buFont typeface="Oswald"/>
              <a:buNone/>
              <a:defRPr/>
            </a:lvl7pPr>
            <a:lvl8pPr lvl="7" algn="ctr">
              <a:spcBef>
                <a:spcPts val="0"/>
              </a:spcBef>
              <a:spcAft>
                <a:spcPts val="0"/>
              </a:spcAft>
              <a:buClr>
                <a:schemeClr val="dk1"/>
              </a:buClr>
              <a:buSzPts val="9400"/>
              <a:buFont typeface="Oswald"/>
              <a:buNone/>
              <a:defRPr/>
            </a:lvl8pPr>
            <a:lvl9pPr lvl="8" algn="ctr">
              <a:spcBef>
                <a:spcPts val="0"/>
              </a:spcBef>
              <a:spcAft>
                <a:spcPts val="0"/>
              </a:spcAft>
              <a:buClr>
                <a:schemeClr val="dk1"/>
              </a:buClr>
              <a:buSzPts val="9400"/>
              <a:buFont typeface="Oswald"/>
              <a:buNone/>
              <a:defRPr/>
            </a:lvl9pPr>
          </a:lstStyle>
          <a:p/>
        </p:txBody>
      </p:sp>
      <p:sp>
        <p:nvSpPr>
          <p:cNvPr id="69" name="Google Shape;69;p8"/>
          <p:cNvSpPr txBox="1"/>
          <p:nvPr>
            <p:ph idx="1" type="subTitle"/>
          </p:nvPr>
        </p:nvSpPr>
        <p:spPr>
          <a:xfrm>
            <a:off x="1573900" y="1855050"/>
            <a:ext cx="5996400" cy="328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600"/>
              <a:buFont typeface="Urbanist SemiBold"/>
              <a:buNone/>
              <a:defRPr sz="1600">
                <a:latin typeface="Urbanist SemiBold"/>
                <a:ea typeface="Urbanist SemiBold"/>
                <a:cs typeface="Urbanist SemiBold"/>
                <a:sym typeface="Urbanist SemiBold"/>
              </a:defRPr>
            </a:lvl1pPr>
            <a:lvl2pPr lvl="1"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2pPr>
            <a:lvl3pPr lvl="2"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3pPr>
            <a:lvl4pPr lvl="3"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4pPr>
            <a:lvl5pPr lvl="4"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5pPr>
            <a:lvl6pPr lvl="5"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6pPr>
            <a:lvl7pPr lvl="6"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7pPr>
            <a:lvl8pPr lvl="7"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8pPr>
            <a:lvl9pPr lvl="8"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9pPr>
          </a:lstStyle>
          <a:p/>
        </p:txBody>
      </p:sp>
      <p:cxnSp>
        <p:nvCxnSpPr>
          <p:cNvPr id="70" name="Google Shape;70;p8"/>
          <p:cNvCxnSpPr/>
          <p:nvPr/>
        </p:nvCxnSpPr>
        <p:spPr>
          <a:xfrm>
            <a:off x="229050" y="311125"/>
            <a:ext cx="8689800" cy="600"/>
          </a:xfrm>
          <a:prstGeom prst="straightConnector1">
            <a:avLst/>
          </a:prstGeom>
          <a:noFill/>
          <a:ln cap="flat" cmpd="sng" w="19050">
            <a:solidFill>
              <a:schemeClr val="dk1"/>
            </a:solidFill>
            <a:prstDash val="solid"/>
            <a:round/>
            <a:headEnd len="med" w="med" type="none"/>
            <a:tailEnd len="med" w="med" type="none"/>
          </a:ln>
        </p:spPr>
      </p:cxnSp>
      <p:sp>
        <p:nvSpPr>
          <p:cNvPr id="71" name="Google Shape;71;p8"/>
          <p:cNvSpPr txBox="1"/>
          <p:nvPr/>
        </p:nvSpPr>
        <p:spPr>
          <a:xfrm>
            <a:off x="130287" y="79125"/>
            <a:ext cx="959700" cy="23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Urbanist Black"/>
                <a:ea typeface="Urbanist Black"/>
                <a:cs typeface="Urbanist Black"/>
                <a:sym typeface="Urbanist Black"/>
              </a:rPr>
              <a:t>PAGE  </a:t>
            </a:r>
            <a:fld id="{00000000-1234-1234-1234-123412341234}" type="slidenum">
              <a:rPr lang="en" sz="800">
                <a:solidFill>
                  <a:schemeClr val="dk1"/>
                </a:solidFill>
                <a:latin typeface="Urbanist Black"/>
                <a:ea typeface="Urbanist Black"/>
                <a:cs typeface="Urbanist Black"/>
                <a:sym typeface="Urbanist Black"/>
              </a:rPr>
              <a:t>‹#›</a:t>
            </a:fld>
            <a:r>
              <a:rPr lang="en" sz="800">
                <a:solidFill>
                  <a:schemeClr val="dk1"/>
                </a:solidFill>
                <a:latin typeface="Urbanist Black"/>
                <a:ea typeface="Urbanist Black"/>
                <a:cs typeface="Urbanist Black"/>
                <a:sym typeface="Urbanist Black"/>
              </a:rPr>
              <a:t> </a:t>
            </a:r>
            <a:endParaRPr sz="800">
              <a:solidFill>
                <a:schemeClr val="dk1"/>
              </a:solidFill>
              <a:latin typeface="Urbanist Black"/>
              <a:ea typeface="Urbanist Black"/>
              <a:cs typeface="Urbanist Black"/>
              <a:sym typeface="Urbanist Black"/>
            </a:endParaRPr>
          </a:p>
        </p:txBody>
      </p:sp>
      <p:cxnSp>
        <p:nvCxnSpPr>
          <p:cNvPr id="72" name="Google Shape;72;p8"/>
          <p:cNvCxnSpPr/>
          <p:nvPr/>
        </p:nvCxnSpPr>
        <p:spPr>
          <a:xfrm>
            <a:off x="229925" y="3634825"/>
            <a:ext cx="8687400" cy="0"/>
          </a:xfrm>
          <a:prstGeom prst="straightConnector1">
            <a:avLst/>
          </a:prstGeom>
          <a:noFill/>
          <a:ln cap="flat" cmpd="sng" w="19050">
            <a:solidFill>
              <a:schemeClr val="dk1"/>
            </a:solidFill>
            <a:prstDash val="solid"/>
            <a:round/>
            <a:headEnd len="med" w="med" type="none"/>
            <a:tailEnd len="med" w="med" type="none"/>
          </a:ln>
        </p:spPr>
      </p:cxnSp>
      <p:sp>
        <p:nvSpPr>
          <p:cNvPr id="73" name="Google Shape;73;p8"/>
          <p:cNvSpPr txBox="1"/>
          <p:nvPr>
            <p:ph idx="2" type="subTitle"/>
          </p:nvPr>
        </p:nvSpPr>
        <p:spPr>
          <a:xfrm>
            <a:off x="229050" y="3833825"/>
            <a:ext cx="4359000" cy="1086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Font typeface="Urbanist Black"/>
              <a:buNone/>
              <a:defRPr/>
            </a:lvl1pPr>
            <a:lvl2pPr lvl="1">
              <a:spcBef>
                <a:spcPts val="0"/>
              </a:spcBef>
              <a:spcAft>
                <a:spcPts val="0"/>
              </a:spcAft>
              <a:buClr>
                <a:schemeClr val="dk1"/>
              </a:buClr>
              <a:buSzPts val="1400"/>
              <a:buFont typeface="Urbanist Black"/>
              <a:buNone/>
              <a:defRPr/>
            </a:lvl2pPr>
            <a:lvl3pPr lvl="2">
              <a:spcBef>
                <a:spcPts val="0"/>
              </a:spcBef>
              <a:spcAft>
                <a:spcPts val="0"/>
              </a:spcAft>
              <a:buClr>
                <a:schemeClr val="dk1"/>
              </a:buClr>
              <a:buSzPts val="1400"/>
              <a:buFont typeface="Urbanist Black"/>
              <a:buNone/>
              <a:defRPr/>
            </a:lvl3pPr>
            <a:lvl4pPr lvl="3">
              <a:spcBef>
                <a:spcPts val="0"/>
              </a:spcBef>
              <a:spcAft>
                <a:spcPts val="0"/>
              </a:spcAft>
              <a:buClr>
                <a:schemeClr val="dk1"/>
              </a:buClr>
              <a:buSzPts val="1400"/>
              <a:buFont typeface="Urbanist Black"/>
              <a:buNone/>
              <a:defRPr/>
            </a:lvl4pPr>
            <a:lvl5pPr lvl="4">
              <a:spcBef>
                <a:spcPts val="0"/>
              </a:spcBef>
              <a:spcAft>
                <a:spcPts val="0"/>
              </a:spcAft>
              <a:buClr>
                <a:schemeClr val="dk1"/>
              </a:buClr>
              <a:buSzPts val="1400"/>
              <a:buFont typeface="Urbanist Black"/>
              <a:buNone/>
              <a:defRPr/>
            </a:lvl5pPr>
            <a:lvl6pPr lvl="5">
              <a:spcBef>
                <a:spcPts val="0"/>
              </a:spcBef>
              <a:spcAft>
                <a:spcPts val="0"/>
              </a:spcAft>
              <a:buClr>
                <a:schemeClr val="dk1"/>
              </a:buClr>
              <a:buSzPts val="1400"/>
              <a:buFont typeface="Urbanist Black"/>
              <a:buNone/>
              <a:defRPr/>
            </a:lvl6pPr>
            <a:lvl7pPr lvl="6">
              <a:spcBef>
                <a:spcPts val="0"/>
              </a:spcBef>
              <a:spcAft>
                <a:spcPts val="0"/>
              </a:spcAft>
              <a:buClr>
                <a:schemeClr val="dk1"/>
              </a:buClr>
              <a:buSzPts val="1400"/>
              <a:buFont typeface="Urbanist Black"/>
              <a:buNone/>
              <a:defRPr/>
            </a:lvl7pPr>
            <a:lvl8pPr lvl="7">
              <a:spcBef>
                <a:spcPts val="0"/>
              </a:spcBef>
              <a:spcAft>
                <a:spcPts val="0"/>
              </a:spcAft>
              <a:buClr>
                <a:schemeClr val="dk1"/>
              </a:buClr>
              <a:buSzPts val="1400"/>
              <a:buFont typeface="Urbanist Black"/>
              <a:buNone/>
              <a:defRPr/>
            </a:lvl8pPr>
            <a:lvl9pPr lvl="8">
              <a:spcBef>
                <a:spcPts val="0"/>
              </a:spcBef>
              <a:spcAft>
                <a:spcPts val="0"/>
              </a:spcAft>
              <a:buClr>
                <a:schemeClr val="dk1"/>
              </a:buClr>
              <a:buSzPts val="1400"/>
              <a:buFont typeface="Urbanist Black"/>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rmation slide">
  <p:cSld name="SECTION_TITLE_AND_DESCRIPTION">
    <p:bg>
      <p:bgPr>
        <a:solidFill>
          <a:schemeClr val="lt1"/>
        </a:solidFill>
      </p:bgPr>
    </p:bg>
    <p:spTree>
      <p:nvGrpSpPr>
        <p:cNvPr id="74" name="Shape 74"/>
        <p:cNvGrpSpPr/>
        <p:nvPr/>
      </p:nvGrpSpPr>
      <p:grpSpPr>
        <a:xfrm>
          <a:off x="0" y="0"/>
          <a:ext cx="0" cy="0"/>
          <a:chOff x="0" y="0"/>
          <a:chExt cx="0" cy="0"/>
        </a:xfrm>
      </p:grpSpPr>
      <p:cxnSp>
        <p:nvCxnSpPr>
          <p:cNvPr id="75" name="Google Shape;75;p9"/>
          <p:cNvCxnSpPr/>
          <p:nvPr/>
        </p:nvCxnSpPr>
        <p:spPr>
          <a:xfrm>
            <a:off x="229050" y="311125"/>
            <a:ext cx="8689800" cy="600"/>
          </a:xfrm>
          <a:prstGeom prst="straightConnector1">
            <a:avLst/>
          </a:prstGeom>
          <a:noFill/>
          <a:ln cap="flat" cmpd="sng" w="19050">
            <a:solidFill>
              <a:schemeClr val="dk1"/>
            </a:solidFill>
            <a:prstDash val="solid"/>
            <a:round/>
            <a:headEnd len="med" w="med" type="none"/>
            <a:tailEnd len="med" w="med" type="none"/>
          </a:ln>
        </p:spPr>
      </p:cxnSp>
      <p:sp>
        <p:nvSpPr>
          <p:cNvPr id="76" name="Google Shape;76;p9"/>
          <p:cNvSpPr txBox="1"/>
          <p:nvPr/>
        </p:nvSpPr>
        <p:spPr>
          <a:xfrm>
            <a:off x="130287" y="79125"/>
            <a:ext cx="959700" cy="23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Urbanist Black"/>
                <a:ea typeface="Urbanist Black"/>
                <a:cs typeface="Urbanist Black"/>
                <a:sym typeface="Urbanist Black"/>
              </a:rPr>
              <a:t>PAGE  </a:t>
            </a:r>
            <a:fld id="{00000000-1234-1234-1234-123412341234}" type="slidenum">
              <a:rPr lang="en" sz="800">
                <a:solidFill>
                  <a:schemeClr val="dk1"/>
                </a:solidFill>
                <a:latin typeface="Urbanist Black"/>
                <a:ea typeface="Urbanist Black"/>
                <a:cs typeface="Urbanist Black"/>
                <a:sym typeface="Urbanist Black"/>
              </a:rPr>
              <a:t>‹#›</a:t>
            </a:fld>
            <a:r>
              <a:rPr lang="en" sz="800">
                <a:solidFill>
                  <a:schemeClr val="dk1"/>
                </a:solidFill>
                <a:latin typeface="Urbanist Black"/>
                <a:ea typeface="Urbanist Black"/>
                <a:cs typeface="Urbanist Black"/>
                <a:sym typeface="Urbanist Black"/>
              </a:rPr>
              <a:t> </a:t>
            </a:r>
            <a:endParaRPr sz="800">
              <a:solidFill>
                <a:schemeClr val="dk1"/>
              </a:solidFill>
              <a:latin typeface="Urbanist Black"/>
              <a:ea typeface="Urbanist Black"/>
              <a:cs typeface="Urbanist Black"/>
              <a:sym typeface="Urbanist Black"/>
            </a:endParaRPr>
          </a:p>
        </p:txBody>
      </p:sp>
      <p:sp>
        <p:nvSpPr>
          <p:cNvPr id="77" name="Google Shape;77;p9"/>
          <p:cNvSpPr txBox="1"/>
          <p:nvPr>
            <p:ph type="title"/>
          </p:nvPr>
        </p:nvSpPr>
        <p:spPr>
          <a:xfrm>
            <a:off x="228600" y="234925"/>
            <a:ext cx="86898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8600"/>
              <a:buFont typeface="Oswald"/>
              <a:buNone/>
              <a:defRPr sz="8600"/>
            </a:lvl1pPr>
            <a:lvl2pPr lvl="1" algn="ctr">
              <a:spcBef>
                <a:spcPts val="0"/>
              </a:spcBef>
              <a:spcAft>
                <a:spcPts val="0"/>
              </a:spcAft>
              <a:buClr>
                <a:schemeClr val="dk1"/>
              </a:buClr>
              <a:buSzPts val="9400"/>
              <a:buFont typeface="Oswald"/>
              <a:buNone/>
              <a:defRPr/>
            </a:lvl2pPr>
            <a:lvl3pPr lvl="2" algn="ctr">
              <a:spcBef>
                <a:spcPts val="0"/>
              </a:spcBef>
              <a:spcAft>
                <a:spcPts val="0"/>
              </a:spcAft>
              <a:buClr>
                <a:schemeClr val="dk1"/>
              </a:buClr>
              <a:buSzPts val="9400"/>
              <a:buFont typeface="Oswald"/>
              <a:buNone/>
              <a:defRPr/>
            </a:lvl3pPr>
            <a:lvl4pPr lvl="3" algn="ctr">
              <a:spcBef>
                <a:spcPts val="0"/>
              </a:spcBef>
              <a:spcAft>
                <a:spcPts val="0"/>
              </a:spcAft>
              <a:buClr>
                <a:schemeClr val="dk1"/>
              </a:buClr>
              <a:buSzPts val="9400"/>
              <a:buFont typeface="Oswald"/>
              <a:buNone/>
              <a:defRPr/>
            </a:lvl4pPr>
            <a:lvl5pPr lvl="4" algn="ctr">
              <a:spcBef>
                <a:spcPts val="0"/>
              </a:spcBef>
              <a:spcAft>
                <a:spcPts val="0"/>
              </a:spcAft>
              <a:buClr>
                <a:schemeClr val="dk1"/>
              </a:buClr>
              <a:buSzPts val="9400"/>
              <a:buFont typeface="Oswald"/>
              <a:buNone/>
              <a:defRPr/>
            </a:lvl5pPr>
            <a:lvl6pPr lvl="5" algn="ctr">
              <a:spcBef>
                <a:spcPts val="0"/>
              </a:spcBef>
              <a:spcAft>
                <a:spcPts val="0"/>
              </a:spcAft>
              <a:buClr>
                <a:schemeClr val="dk1"/>
              </a:buClr>
              <a:buSzPts val="9400"/>
              <a:buFont typeface="Oswald"/>
              <a:buNone/>
              <a:defRPr/>
            </a:lvl6pPr>
            <a:lvl7pPr lvl="6" algn="ctr">
              <a:spcBef>
                <a:spcPts val="0"/>
              </a:spcBef>
              <a:spcAft>
                <a:spcPts val="0"/>
              </a:spcAft>
              <a:buClr>
                <a:schemeClr val="dk1"/>
              </a:buClr>
              <a:buSzPts val="9400"/>
              <a:buFont typeface="Oswald"/>
              <a:buNone/>
              <a:defRPr/>
            </a:lvl7pPr>
            <a:lvl8pPr lvl="7" algn="ctr">
              <a:spcBef>
                <a:spcPts val="0"/>
              </a:spcBef>
              <a:spcAft>
                <a:spcPts val="0"/>
              </a:spcAft>
              <a:buClr>
                <a:schemeClr val="dk1"/>
              </a:buClr>
              <a:buSzPts val="9400"/>
              <a:buFont typeface="Oswald"/>
              <a:buNone/>
              <a:defRPr/>
            </a:lvl8pPr>
            <a:lvl9pPr lvl="8" algn="ctr">
              <a:spcBef>
                <a:spcPts val="0"/>
              </a:spcBef>
              <a:spcAft>
                <a:spcPts val="0"/>
              </a:spcAft>
              <a:buClr>
                <a:schemeClr val="dk1"/>
              </a:buClr>
              <a:buSzPts val="9400"/>
              <a:buFont typeface="Oswald"/>
              <a:buNone/>
              <a:defRPr/>
            </a:lvl9pPr>
          </a:lstStyle>
          <a:p/>
        </p:txBody>
      </p:sp>
      <p:sp>
        <p:nvSpPr>
          <p:cNvPr id="78" name="Google Shape;78;p9"/>
          <p:cNvSpPr txBox="1"/>
          <p:nvPr>
            <p:ph idx="1" type="subTitle"/>
          </p:nvPr>
        </p:nvSpPr>
        <p:spPr>
          <a:xfrm>
            <a:off x="2308050" y="1397850"/>
            <a:ext cx="4528200" cy="629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1pPr>
            <a:lvl2pPr lvl="1"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2pPr>
            <a:lvl3pPr lvl="2"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3pPr>
            <a:lvl4pPr lvl="3"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4pPr>
            <a:lvl5pPr lvl="4"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5pPr>
            <a:lvl6pPr lvl="5"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6pPr>
            <a:lvl7pPr lvl="6"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7pPr>
            <a:lvl8pPr lvl="7"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8pPr>
            <a:lvl9pPr lvl="8"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9pPr>
          </a:lstStyle>
          <a:p/>
        </p:txBody>
      </p:sp>
      <p:sp>
        <p:nvSpPr>
          <p:cNvPr id="79" name="Google Shape;79;p9"/>
          <p:cNvSpPr/>
          <p:nvPr>
            <p:ph idx="2" type="pic"/>
          </p:nvPr>
        </p:nvSpPr>
        <p:spPr>
          <a:xfrm>
            <a:off x="229050" y="2177150"/>
            <a:ext cx="8689800" cy="2742900"/>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join">
  <p:cSld name="CAPTION_ONLY">
    <p:bg>
      <p:bgPr>
        <a:solidFill>
          <a:schemeClr val="dk2"/>
        </a:solidFill>
      </p:bgPr>
    </p:bg>
    <p:spTree>
      <p:nvGrpSpPr>
        <p:cNvPr id="80" name="Shape 80"/>
        <p:cNvGrpSpPr/>
        <p:nvPr/>
      </p:nvGrpSpPr>
      <p:grpSpPr>
        <a:xfrm>
          <a:off x="0" y="0"/>
          <a:ext cx="0" cy="0"/>
          <a:chOff x="0" y="0"/>
          <a:chExt cx="0" cy="0"/>
        </a:xfrm>
      </p:grpSpPr>
      <p:cxnSp>
        <p:nvCxnSpPr>
          <p:cNvPr id="81" name="Google Shape;81;p10"/>
          <p:cNvCxnSpPr/>
          <p:nvPr/>
        </p:nvCxnSpPr>
        <p:spPr>
          <a:xfrm>
            <a:off x="229050" y="311125"/>
            <a:ext cx="8689800" cy="600"/>
          </a:xfrm>
          <a:prstGeom prst="straightConnector1">
            <a:avLst/>
          </a:prstGeom>
          <a:noFill/>
          <a:ln cap="flat" cmpd="sng" w="19050">
            <a:solidFill>
              <a:schemeClr val="lt1"/>
            </a:solidFill>
            <a:prstDash val="solid"/>
            <a:round/>
            <a:headEnd len="med" w="med" type="none"/>
            <a:tailEnd len="med" w="med" type="none"/>
          </a:ln>
        </p:spPr>
      </p:cxnSp>
      <p:sp>
        <p:nvSpPr>
          <p:cNvPr id="82" name="Google Shape;82;p10"/>
          <p:cNvSpPr txBox="1"/>
          <p:nvPr/>
        </p:nvSpPr>
        <p:spPr>
          <a:xfrm>
            <a:off x="130287" y="79125"/>
            <a:ext cx="959700" cy="23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Urbanist Black"/>
                <a:ea typeface="Urbanist Black"/>
                <a:cs typeface="Urbanist Black"/>
                <a:sym typeface="Urbanist Black"/>
              </a:rPr>
              <a:t>PAGE  </a:t>
            </a:r>
            <a:fld id="{00000000-1234-1234-1234-123412341234}" type="slidenum">
              <a:rPr lang="en" sz="800">
                <a:solidFill>
                  <a:schemeClr val="lt1"/>
                </a:solidFill>
                <a:latin typeface="Urbanist Black"/>
                <a:ea typeface="Urbanist Black"/>
                <a:cs typeface="Urbanist Black"/>
                <a:sym typeface="Urbanist Black"/>
              </a:rPr>
              <a:t>‹#›</a:t>
            </a:fld>
            <a:r>
              <a:rPr lang="en" sz="800">
                <a:solidFill>
                  <a:schemeClr val="lt1"/>
                </a:solidFill>
                <a:latin typeface="Urbanist Black"/>
                <a:ea typeface="Urbanist Black"/>
                <a:cs typeface="Urbanist Black"/>
                <a:sym typeface="Urbanist Black"/>
              </a:rPr>
              <a:t> </a:t>
            </a:r>
            <a:endParaRPr sz="800">
              <a:solidFill>
                <a:schemeClr val="lt1"/>
              </a:solidFill>
              <a:latin typeface="Urbanist Black"/>
              <a:ea typeface="Urbanist Black"/>
              <a:cs typeface="Urbanist Black"/>
              <a:sym typeface="Urbanist Black"/>
            </a:endParaRPr>
          </a:p>
        </p:txBody>
      </p:sp>
      <p:sp>
        <p:nvSpPr>
          <p:cNvPr id="83" name="Google Shape;83;p10"/>
          <p:cNvSpPr txBox="1"/>
          <p:nvPr>
            <p:ph type="title"/>
          </p:nvPr>
        </p:nvSpPr>
        <p:spPr>
          <a:xfrm>
            <a:off x="225600" y="234925"/>
            <a:ext cx="86898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12000"/>
              <a:buFont typeface="Oswald"/>
              <a:buNone/>
              <a:defRPr sz="12000">
                <a:solidFill>
                  <a:schemeClr val="lt1"/>
                </a:solidFill>
              </a:defRPr>
            </a:lvl1pPr>
            <a:lvl2pPr lvl="1" algn="ctr">
              <a:spcBef>
                <a:spcPts val="0"/>
              </a:spcBef>
              <a:spcAft>
                <a:spcPts val="0"/>
              </a:spcAft>
              <a:buClr>
                <a:schemeClr val="lt1"/>
              </a:buClr>
              <a:buSzPts val="9400"/>
              <a:buFont typeface="Oswald"/>
              <a:buNone/>
              <a:defRPr>
                <a:solidFill>
                  <a:schemeClr val="lt1"/>
                </a:solidFill>
              </a:defRPr>
            </a:lvl2pPr>
            <a:lvl3pPr lvl="2" algn="ctr">
              <a:spcBef>
                <a:spcPts val="0"/>
              </a:spcBef>
              <a:spcAft>
                <a:spcPts val="0"/>
              </a:spcAft>
              <a:buClr>
                <a:schemeClr val="lt1"/>
              </a:buClr>
              <a:buSzPts val="9400"/>
              <a:buFont typeface="Oswald"/>
              <a:buNone/>
              <a:defRPr>
                <a:solidFill>
                  <a:schemeClr val="lt1"/>
                </a:solidFill>
              </a:defRPr>
            </a:lvl3pPr>
            <a:lvl4pPr lvl="3" algn="ctr">
              <a:spcBef>
                <a:spcPts val="0"/>
              </a:spcBef>
              <a:spcAft>
                <a:spcPts val="0"/>
              </a:spcAft>
              <a:buClr>
                <a:schemeClr val="lt1"/>
              </a:buClr>
              <a:buSzPts val="9400"/>
              <a:buFont typeface="Oswald"/>
              <a:buNone/>
              <a:defRPr>
                <a:solidFill>
                  <a:schemeClr val="lt1"/>
                </a:solidFill>
              </a:defRPr>
            </a:lvl4pPr>
            <a:lvl5pPr lvl="4" algn="ctr">
              <a:spcBef>
                <a:spcPts val="0"/>
              </a:spcBef>
              <a:spcAft>
                <a:spcPts val="0"/>
              </a:spcAft>
              <a:buClr>
                <a:schemeClr val="lt1"/>
              </a:buClr>
              <a:buSzPts val="9400"/>
              <a:buFont typeface="Oswald"/>
              <a:buNone/>
              <a:defRPr>
                <a:solidFill>
                  <a:schemeClr val="lt1"/>
                </a:solidFill>
              </a:defRPr>
            </a:lvl5pPr>
            <a:lvl6pPr lvl="5" algn="ctr">
              <a:spcBef>
                <a:spcPts val="0"/>
              </a:spcBef>
              <a:spcAft>
                <a:spcPts val="0"/>
              </a:spcAft>
              <a:buClr>
                <a:schemeClr val="lt1"/>
              </a:buClr>
              <a:buSzPts val="9400"/>
              <a:buFont typeface="Oswald"/>
              <a:buNone/>
              <a:defRPr>
                <a:solidFill>
                  <a:schemeClr val="lt1"/>
                </a:solidFill>
              </a:defRPr>
            </a:lvl6pPr>
            <a:lvl7pPr lvl="6" algn="ctr">
              <a:spcBef>
                <a:spcPts val="0"/>
              </a:spcBef>
              <a:spcAft>
                <a:spcPts val="0"/>
              </a:spcAft>
              <a:buClr>
                <a:schemeClr val="lt1"/>
              </a:buClr>
              <a:buSzPts val="9400"/>
              <a:buFont typeface="Oswald"/>
              <a:buNone/>
              <a:defRPr>
                <a:solidFill>
                  <a:schemeClr val="lt1"/>
                </a:solidFill>
              </a:defRPr>
            </a:lvl7pPr>
            <a:lvl8pPr lvl="7" algn="ctr">
              <a:spcBef>
                <a:spcPts val="0"/>
              </a:spcBef>
              <a:spcAft>
                <a:spcPts val="0"/>
              </a:spcAft>
              <a:buClr>
                <a:schemeClr val="lt1"/>
              </a:buClr>
              <a:buSzPts val="9400"/>
              <a:buFont typeface="Oswald"/>
              <a:buNone/>
              <a:defRPr>
                <a:solidFill>
                  <a:schemeClr val="lt1"/>
                </a:solidFill>
              </a:defRPr>
            </a:lvl8pPr>
            <a:lvl9pPr lvl="8" algn="ctr">
              <a:spcBef>
                <a:spcPts val="0"/>
              </a:spcBef>
              <a:spcAft>
                <a:spcPts val="0"/>
              </a:spcAft>
              <a:buClr>
                <a:schemeClr val="lt1"/>
              </a:buClr>
              <a:buSzPts val="9400"/>
              <a:buFont typeface="Oswald"/>
              <a:buNone/>
              <a:defRPr>
                <a:solidFill>
                  <a:schemeClr val="lt1"/>
                </a:solidFill>
              </a:defRPr>
            </a:lvl9pPr>
          </a:lstStyle>
          <a:p/>
        </p:txBody>
      </p:sp>
      <p:sp>
        <p:nvSpPr>
          <p:cNvPr id="84" name="Google Shape;84;p10"/>
          <p:cNvSpPr txBox="1"/>
          <p:nvPr>
            <p:ph idx="1" type="subTitle"/>
          </p:nvPr>
        </p:nvSpPr>
        <p:spPr>
          <a:xfrm>
            <a:off x="2308050" y="3255225"/>
            <a:ext cx="4528200" cy="629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1pPr>
            <a:lvl2pPr lvl="1" algn="ctr">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lgn="ctr">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lgn="ctr">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lgn="ctr">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lgn="ctr">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lgn="ctr">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lgn="ctr">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lgn="ctr">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85" name="Google Shape;85;p10"/>
          <p:cNvSpPr txBox="1"/>
          <p:nvPr>
            <p:ph idx="2" type="subTitle"/>
          </p:nvPr>
        </p:nvSpPr>
        <p:spPr>
          <a:xfrm>
            <a:off x="3532200" y="2933625"/>
            <a:ext cx="2079600" cy="39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600"/>
              <a:buFont typeface="Urbanist"/>
              <a:buNone/>
              <a:defRPr b="1" sz="1600">
                <a:solidFill>
                  <a:schemeClr val="lt1"/>
                </a:solidFill>
                <a:latin typeface="Urbanist"/>
                <a:ea typeface="Urbanist"/>
                <a:cs typeface="Urbanist"/>
                <a:sym typeface="Urbanist"/>
              </a:defRPr>
            </a:lvl1pPr>
            <a:lvl2pPr lvl="1" algn="ctr">
              <a:spcBef>
                <a:spcPts val="0"/>
              </a:spcBef>
              <a:spcAft>
                <a:spcPts val="0"/>
              </a:spcAft>
              <a:buClr>
                <a:schemeClr val="lt1"/>
              </a:buClr>
              <a:buSzPts val="1600"/>
              <a:buFont typeface="Urbanist"/>
              <a:buNone/>
              <a:defRPr b="1" sz="1600">
                <a:solidFill>
                  <a:schemeClr val="lt1"/>
                </a:solidFill>
                <a:latin typeface="Urbanist"/>
                <a:ea typeface="Urbanist"/>
                <a:cs typeface="Urbanist"/>
                <a:sym typeface="Urbanist"/>
              </a:defRPr>
            </a:lvl2pPr>
            <a:lvl3pPr lvl="2" algn="ctr">
              <a:spcBef>
                <a:spcPts val="0"/>
              </a:spcBef>
              <a:spcAft>
                <a:spcPts val="0"/>
              </a:spcAft>
              <a:buClr>
                <a:schemeClr val="lt1"/>
              </a:buClr>
              <a:buSzPts val="1600"/>
              <a:buFont typeface="Urbanist"/>
              <a:buNone/>
              <a:defRPr b="1" sz="1600">
                <a:solidFill>
                  <a:schemeClr val="lt1"/>
                </a:solidFill>
                <a:latin typeface="Urbanist"/>
                <a:ea typeface="Urbanist"/>
                <a:cs typeface="Urbanist"/>
                <a:sym typeface="Urbanist"/>
              </a:defRPr>
            </a:lvl3pPr>
            <a:lvl4pPr lvl="3" algn="ctr">
              <a:spcBef>
                <a:spcPts val="0"/>
              </a:spcBef>
              <a:spcAft>
                <a:spcPts val="0"/>
              </a:spcAft>
              <a:buClr>
                <a:schemeClr val="lt1"/>
              </a:buClr>
              <a:buSzPts val="1600"/>
              <a:buFont typeface="Urbanist"/>
              <a:buNone/>
              <a:defRPr b="1" sz="1600">
                <a:solidFill>
                  <a:schemeClr val="lt1"/>
                </a:solidFill>
                <a:latin typeface="Urbanist"/>
                <a:ea typeface="Urbanist"/>
                <a:cs typeface="Urbanist"/>
                <a:sym typeface="Urbanist"/>
              </a:defRPr>
            </a:lvl4pPr>
            <a:lvl5pPr lvl="4" algn="ctr">
              <a:spcBef>
                <a:spcPts val="0"/>
              </a:spcBef>
              <a:spcAft>
                <a:spcPts val="0"/>
              </a:spcAft>
              <a:buClr>
                <a:schemeClr val="lt1"/>
              </a:buClr>
              <a:buSzPts val="1600"/>
              <a:buFont typeface="Urbanist"/>
              <a:buNone/>
              <a:defRPr b="1" sz="1600">
                <a:solidFill>
                  <a:schemeClr val="lt1"/>
                </a:solidFill>
                <a:latin typeface="Urbanist"/>
                <a:ea typeface="Urbanist"/>
                <a:cs typeface="Urbanist"/>
                <a:sym typeface="Urbanist"/>
              </a:defRPr>
            </a:lvl5pPr>
            <a:lvl6pPr lvl="5" algn="ctr">
              <a:spcBef>
                <a:spcPts val="0"/>
              </a:spcBef>
              <a:spcAft>
                <a:spcPts val="0"/>
              </a:spcAft>
              <a:buClr>
                <a:schemeClr val="lt1"/>
              </a:buClr>
              <a:buSzPts val="1600"/>
              <a:buFont typeface="Urbanist"/>
              <a:buNone/>
              <a:defRPr b="1" sz="1600">
                <a:solidFill>
                  <a:schemeClr val="lt1"/>
                </a:solidFill>
                <a:latin typeface="Urbanist"/>
                <a:ea typeface="Urbanist"/>
                <a:cs typeface="Urbanist"/>
                <a:sym typeface="Urbanist"/>
              </a:defRPr>
            </a:lvl6pPr>
            <a:lvl7pPr lvl="6" algn="ctr">
              <a:spcBef>
                <a:spcPts val="0"/>
              </a:spcBef>
              <a:spcAft>
                <a:spcPts val="0"/>
              </a:spcAft>
              <a:buClr>
                <a:schemeClr val="lt1"/>
              </a:buClr>
              <a:buSzPts val="1600"/>
              <a:buFont typeface="Urbanist"/>
              <a:buNone/>
              <a:defRPr b="1" sz="1600">
                <a:solidFill>
                  <a:schemeClr val="lt1"/>
                </a:solidFill>
                <a:latin typeface="Urbanist"/>
                <a:ea typeface="Urbanist"/>
                <a:cs typeface="Urbanist"/>
                <a:sym typeface="Urbanist"/>
              </a:defRPr>
            </a:lvl7pPr>
            <a:lvl8pPr lvl="7" algn="ctr">
              <a:spcBef>
                <a:spcPts val="0"/>
              </a:spcBef>
              <a:spcAft>
                <a:spcPts val="0"/>
              </a:spcAft>
              <a:buClr>
                <a:schemeClr val="lt1"/>
              </a:buClr>
              <a:buSzPts val="1600"/>
              <a:buFont typeface="Urbanist"/>
              <a:buNone/>
              <a:defRPr b="1" sz="1600">
                <a:solidFill>
                  <a:schemeClr val="lt1"/>
                </a:solidFill>
                <a:latin typeface="Urbanist"/>
                <a:ea typeface="Urbanist"/>
                <a:cs typeface="Urbanist"/>
                <a:sym typeface="Urbanist"/>
              </a:defRPr>
            </a:lvl8pPr>
            <a:lvl9pPr lvl="8" algn="ctr">
              <a:spcBef>
                <a:spcPts val="0"/>
              </a:spcBef>
              <a:spcAft>
                <a:spcPts val="0"/>
              </a:spcAft>
              <a:buClr>
                <a:schemeClr val="lt1"/>
              </a:buClr>
              <a:buSzPts val="1600"/>
              <a:buFont typeface="Urbanist"/>
              <a:buNone/>
              <a:defRPr b="1" sz="1600">
                <a:solidFill>
                  <a:schemeClr val="lt1"/>
                </a:solidFill>
                <a:latin typeface="Urbanist"/>
                <a:ea typeface="Urbanist"/>
                <a:cs typeface="Urbanist"/>
                <a:sym typeface="Urbanist"/>
              </a:defRPr>
            </a:lvl9pPr>
          </a:lstStyle>
          <a:p/>
        </p:txBody>
      </p:sp>
      <p:sp>
        <p:nvSpPr>
          <p:cNvPr id="86" name="Google Shape;86;p10"/>
          <p:cNvSpPr txBox="1"/>
          <p:nvPr>
            <p:ph idx="3" type="subTitle"/>
          </p:nvPr>
        </p:nvSpPr>
        <p:spPr>
          <a:xfrm>
            <a:off x="2306400" y="4214700"/>
            <a:ext cx="4528200" cy="629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1pPr>
            <a:lvl2pPr lvl="1" algn="ctr">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lgn="ctr">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lgn="ctr">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lgn="ctr">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lgn="ctr">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lgn="ctr">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lgn="ctr">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lgn="ctr">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87" name="Google Shape;87;p10"/>
          <p:cNvSpPr txBox="1"/>
          <p:nvPr>
            <p:ph idx="4" type="subTitle"/>
          </p:nvPr>
        </p:nvSpPr>
        <p:spPr>
          <a:xfrm>
            <a:off x="3530550" y="3893100"/>
            <a:ext cx="2079600" cy="397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600"/>
              <a:buFont typeface="Urbanist"/>
              <a:buNone/>
              <a:defRPr b="1" sz="1600">
                <a:solidFill>
                  <a:schemeClr val="lt1"/>
                </a:solidFill>
                <a:latin typeface="Urbanist"/>
                <a:ea typeface="Urbanist"/>
                <a:cs typeface="Urbanist"/>
                <a:sym typeface="Urbanist"/>
              </a:defRPr>
            </a:lvl1pPr>
            <a:lvl2pPr lvl="1" algn="ctr">
              <a:spcBef>
                <a:spcPts val="0"/>
              </a:spcBef>
              <a:spcAft>
                <a:spcPts val="0"/>
              </a:spcAft>
              <a:buClr>
                <a:schemeClr val="lt1"/>
              </a:buClr>
              <a:buSzPts val="1600"/>
              <a:buFont typeface="Urbanist"/>
              <a:buNone/>
              <a:defRPr b="1" sz="1600">
                <a:solidFill>
                  <a:schemeClr val="lt1"/>
                </a:solidFill>
                <a:latin typeface="Urbanist"/>
                <a:ea typeface="Urbanist"/>
                <a:cs typeface="Urbanist"/>
                <a:sym typeface="Urbanist"/>
              </a:defRPr>
            </a:lvl2pPr>
            <a:lvl3pPr lvl="2" algn="ctr">
              <a:spcBef>
                <a:spcPts val="0"/>
              </a:spcBef>
              <a:spcAft>
                <a:spcPts val="0"/>
              </a:spcAft>
              <a:buClr>
                <a:schemeClr val="lt1"/>
              </a:buClr>
              <a:buSzPts val="1600"/>
              <a:buFont typeface="Urbanist"/>
              <a:buNone/>
              <a:defRPr b="1" sz="1600">
                <a:solidFill>
                  <a:schemeClr val="lt1"/>
                </a:solidFill>
                <a:latin typeface="Urbanist"/>
                <a:ea typeface="Urbanist"/>
                <a:cs typeface="Urbanist"/>
                <a:sym typeface="Urbanist"/>
              </a:defRPr>
            </a:lvl3pPr>
            <a:lvl4pPr lvl="3" algn="ctr">
              <a:spcBef>
                <a:spcPts val="0"/>
              </a:spcBef>
              <a:spcAft>
                <a:spcPts val="0"/>
              </a:spcAft>
              <a:buClr>
                <a:schemeClr val="lt1"/>
              </a:buClr>
              <a:buSzPts val="1600"/>
              <a:buFont typeface="Urbanist"/>
              <a:buNone/>
              <a:defRPr b="1" sz="1600">
                <a:solidFill>
                  <a:schemeClr val="lt1"/>
                </a:solidFill>
                <a:latin typeface="Urbanist"/>
                <a:ea typeface="Urbanist"/>
                <a:cs typeface="Urbanist"/>
                <a:sym typeface="Urbanist"/>
              </a:defRPr>
            </a:lvl4pPr>
            <a:lvl5pPr lvl="4" algn="ctr">
              <a:spcBef>
                <a:spcPts val="0"/>
              </a:spcBef>
              <a:spcAft>
                <a:spcPts val="0"/>
              </a:spcAft>
              <a:buClr>
                <a:schemeClr val="lt1"/>
              </a:buClr>
              <a:buSzPts val="1600"/>
              <a:buFont typeface="Urbanist"/>
              <a:buNone/>
              <a:defRPr b="1" sz="1600">
                <a:solidFill>
                  <a:schemeClr val="lt1"/>
                </a:solidFill>
                <a:latin typeface="Urbanist"/>
                <a:ea typeface="Urbanist"/>
                <a:cs typeface="Urbanist"/>
                <a:sym typeface="Urbanist"/>
              </a:defRPr>
            </a:lvl5pPr>
            <a:lvl6pPr lvl="5" algn="ctr">
              <a:spcBef>
                <a:spcPts val="0"/>
              </a:spcBef>
              <a:spcAft>
                <a:spcPts val="0"/>
              </a:spcAft>
              <a:buClr>
                <a:schemeClr val="lt1"/>
              </a:buClr>
              <a:buSzPts val="1600"/>
              <a:buFont typeface="Urbanist"/>
              <a:buNone/>
              <a:defRPr b="1" sz="1600">
                <a:solidFill>
                  <a:schemeClr val="lt1"/>
                </a:solidFill>
                <a:latin typeface="Urbanist"/>
                <a:ea typeface="Urbanist"/>
                <a:cs typeface="Urbanist"/>
                <a:sym typeface="Urbanist"/>
              </a:defRPr>
            </a:lvl6pPr>
            <a:lvl7pPr lvl="6" algn="ctr">
              <a:spcBef>
                <a:spcPts val="0"/>
              </a:spcBef>
              <a:spcAft>
                <a:spcPts val="0"/>
              </a:spcAft>
              <a:buClr>
                <a:schemeClr val="lt1"/>
              </a:buClr>
              <a:buSzPts val="1600"/>
              <a:buFont typeface="Urbanist"/>
              <a:buNone/>
              <a:defRPr b="1" sz="1600">
                <a:solidFill>
                  <a:schemeClr val="lt1"/>
                </a:solidFill>
                <a:latin typeface="Urbanist"/>
                <a:ea typeface="Urbanist"/>
                <a:cs typeface="Urbanist"/>
                <a:sym typeface="Urbanist"/>
              </a:defRPr>
            </a:lvl7pPr>
            <a:lvl8pPr lvl="7" algn="ctr">
              <a:spcBef>
                <a:spcPts val="0"/>
              </a:spcBef>
              <a:spcAft>
                <a:spcPts val="0"/>
              </a:spcAft>
              <a:buClr>
                <a:schemeClr val="lt1"/>
              </a:buClr>
              <a:buSzPts val="1600"/>
              <a:buFont typeface="Urbanist"/>
              <a:buNone/>
              <a:defRPr b="1" sz="1600">
                <a:solidFill>
                  <a:schemeClr val="lt1"/>
                </a:solidFill>
                <a:latin typeface="Urbanist"/>
                <a:ea typeface="Urbanist"/>
                <a:cs typeface="Urbanist"/>
                <a:sym typeface="Urbanist"/>
              </a:defRPr>
            </a:lvl8pPr>
            <a:lvl9pPr lvl="8" algn="ctr">
              <a:spcBef>
                <a:spcPts val="0"/>
              </a:spcBef>
              <a:spcAft>
                <a:spcPts val="0"/>
              </a:spcAft>
              <a:buClr>
                <a:schemeClr val="lt1"/>
              </a:buClr>
              <a:buSzPts val="1600"/>
              <a:buFont typeface="Urbanist"/>
              <a:buNone/>
              <a:defRPr b="1" sz="1600">
                <a:solidFill>
                  <a:schemeClr val="lt1"/>
                </a:solidFill>
                <a:latin typeface="Urbanist"/>
                <a:ea typeface="Urbanist"/>
                <a:cs typeface="Urbanist"/>
                <a:sym typeface="Urbanist"/>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AQs">
  <p:cSld name="BIG_NUMBER">
    <p:bg>
      <p:bgPr>
        <a:solidFill>
          <a:schemeClr val="lt2"/>
        </a:solidFill>
      </p:bgPr>
    </p:bg>
    <p:spTree>
      <p:nvGrpSpPr>
        <p:cNvPr id="88" name="Shape 88"/>
        <p:cNvGrpSpPr/>
        <p:nvPr/>
      </p:nvGrpSpPr>
      <p:grpSpPr>
        <a:xfrm>
          <a:off x="0" y="0"/>
          <a:ext cx="0" cy="0"/>
          <a:chOff x="0" y="0"/>
          <a:chExt cx="0" cy="0"/>
        </a:xfrm>
      </p:grpSpPr>
      <p:sp>
        <p:nvSpPr>
          <p:cNvPr id="89" name="Google Shape;89;p11"/>
          <p:cNvSpPr txBox="1"/>
          <p:nvPr>
            <p:ph type="title"/>
          </p:nvPr>
        </p:nvSpPr>
        <p:spPr>
          <a:xfrm>
            <a:off x="225600" y="234925"/>
            <a:ext cx="8689800" cy="1311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7000"/>
              <a:buFont typeface="Oswald"/>
              <a:buNone/>
              <a:defRPr sz="17000"/>
            </a:lvl1pPr>
            <a:lvl2pPr lvl="1" algn="ctr">
              <a:spcBef>
                <a:spcPts val="0"/>
              </a:spcBef>
              <a:spcAft>
                <a:spcPts val="0"/>
              </a:spcAft>
              <a:buClr>
                <a:schemeClr val="dk1"/>
              </a:buClr>
              <a:buSzPts val="17000"/>
              <a:buFont typeface="Oswald"/>
              <a:buNone/>
              <a:defRPr sz="17000"/>
            </a:lvl2pPr>
            <a:lvl3pPr lvl="2" algn="ctr">
              <a:spcBef>
                <a:spcPts val="0"/>
              </a:spcBef>
              <a:spcAft>
                <a:spcPts val="0"/>
              </a:spcAft>
              <a:buClr>
                <a:schemeClr val="dk1"/>
              </a:buClr>
              <a:buSzPts val="17000"/>
              <a:buFont typeface="Oswald"/>
              <a:buNone/>
              <a:defRPr sz="17000"/>
            </a:lvl3pPr>
            <a:lvl4pPr lvl="3" algn="ctr">
              <a:spcBef>
                <a:spcPts val="0"/>
              </a:spcBef>
              <a:spcAft>
                <a:spcPts val="0"/>
              </a:spcAft>
              <a:buClr>
                <a:schemeClr val="dk1"/>
              </a:buClr>
              <a:buSzPts val="17000"/>
              <a:buFont typeface="Oswald"/>
              <a:buNone/>
              <a:defRPr sz="17000"/>
            </a:lvl4pPr>
            <a:lvl5pPr lvl="4" algn="ctr">
              <a:spcBef>
                <a:spcPts val="0"/>
              </a:spcBef>
              <a:spcAft>
                <a:spcPts val="0"/>
              </a:spcAft>
              <a:buClr>
                <a:schemeClr val="dk1"/>
              </a:buClr>
              <a:buSzPts val="17000"/>
              <a:buFont typeface="Oswald"/>
              <a:buNone/>
              <a:defRPr sz="17000"/>
            </a:lvl5pPr>
            <a:lvl6pPr lvl="5" algn="ctr">
              <a:spcBef>
                <a:spcPts val="0"/>
              </a:spcBef>
              <a:spcAft>
                <a:spcPts val="0"/>
              </a:spcAft>
              <a:buClr>
                <a:schemeClr val="dk1"/>
              </a:buClr>
              <a:buSzPts val="17000"/>
              <a:buFont typeface="Oswald"/>
              <a:buNone/>
              <a:defRPr sz="17000"/>
            </a:lvl6pPr>
            <a:lvl7pPr lvl="6" algn="ctr">
              <a:spcBef>
                <a:spcPts val="0"/>
              </a:spcBef>
              <a:spcAft>
                <a:spcPts val="0"/>
              </a:spcAft>
              <a:buClr>
                <a:schemeClr val="dk1"/>
              </a:buClr>
              <a:buSzPts val="17000"/>
              <a:buFont typeface="Oswald"/>
              <a:buNone/>
              <a:defRPr sz="17000"/>
            </a:lvl7pPr>
            <a:lvl8pPr lvl="7" algn="ctr">
              <a:spcBef>
                <a:spcPts val="0"/>
              </a:spcBef>
              <a:spcAft>
                <a:spcPts val="0"/>
              </a:spcAft>
              <a:buClr>
                <a:schemeClr val="dk1"/>
              </a:buClr>
              <a:buSzPts val="17000"/>
              <a:buFont typeface="Oswald"/>
              <a:buNone/>
              <a:defRPr sz="17000"/>
            </a:lvl8pPr>
            <a:lvl9pPr lvl="8" algn="ctr">
              <a:spcBef>
                <a:spcPts val="0"/>
              </a:spcBef>
              <a:spcAft>
                <a:spcPts val="0"/>
              </a:spcAft>
              <a:buClr>
                <a:schemeClr val="dk1"/>
              </a:buClr>
              <a:buSzPts val="17000"/>
              <a:buFont typeface="Oswald"/>
              <a:buNone/>
              <a:defRPr sz="17000"/>
            </a:lvl9pPr>
          </a:lstStyle>
          <a:p/>
        </p:txBody>
      </p:sp>
      <p:cxnSp>
        <p:nvCxnSpPr>
          <p:cNvPr id="90" name="Google Shape;90;p11"/>
          <p:cNvCxnSpPr/>
          <p:nvPr/>
        </p:nvCxnSpPr>
        <p:spPr>
          <a:xfrm>
            <a:off x="229050" y="311125"/>
            <a:ext cx="8689800" cy="600"/>
          </a:xfrm>
          <a:prstGeom prst="straightConnector1">
            <a:avLst/>
          </a:prstGeom>
          <a:noFill/>
          <a:ln cap="flat" cmpd="sng" w="19050">
            <a:solidFill>
              <a:schemeClr val="dk1"/>
            </a:solidFill>
            <a:prstDash val="solid"/>
            <a:round/>
            <a:headEnd len="med" w="med" type="none"/>
            <a:tailEnd len="med" w="med" type="none"/>
          </a:ln>
        </p:spPr>
      </p:cxnSp>
      <p:sp>
        <p:nvSpPr>
          <p:cNvPr id="91" name="Google Shape;91;p11"/>
          <p:cNvSpPr txBox="1"/>
          <p:nvPr/>
        </p:nvSpPr>
        <p:spPr>
          <a:xfrm>
            <a:off x="130287" y="79125"/>
            <a:ext cx="959700" cy="23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Urbanist Black"/>
                <a:ea typeface="Urbanist Black"/>
                <a:cs typeface="Urbanist Black"/>
                <a:sym typeface="Urbanist Black"/>
              </a:rPr>
              <a:t>PAGE  </a:t>
            </a:r>
            <a:fld id="{00000000-1234-1234-1234-123412341234}" type="slidenum">
              <a:rPr lang="en" sz="800">
                <a:solidFill>
                  <a:schemeClr val="dk1"/>
                </a:solidFill>
                <a:latin typeface="Urbanist Black"/>
                <a:ea typeface="Urbanist Black"/>
                <a:cs typeface="Urbanist Black"/>
                <a:sym typeface="Urbanist Black"/>
              </a:rPr>
              <a:t>‹#›</a:t>
            </a:fld>
            <a:r>
              <a:rPr lang="en" sz="800">
                <a:solidFill>
                  <a:schemeClr val="dk1"/>
                </a:solidFill>
                <a:latin typeface="Urbanist Black"/>
                <a:ea typeface="Urbanist Black"/>
                <a:cs typeface="Urbanist Black"/>
                <a:sym typeface="Urbanist Black"/>
              </a:rPr>
              <a:t> </a:t>
            </a:r>
            <a:endParaRPr sz="800">
              <a:solidFill>
                <a:schemeClr val="dk1"/>
              </a:solidFill>
              <a:latin typeface="Urbanist Black"/>
              <a:ea typeface="Urbanist Black"/>
              <a:cs typeface="Urbanist Black"/>
              <a:sym typeface="Urbanist Black"/>
            </a:endParaRPr>
          </a:p>
        </p:txBody>
      </p:sp>
      <p:sp>
        <p:nvSpPr>
          <p:cNvPr id="92" name="Google Shape;92;p11"/>
          <p:cNvSpPr txBox="1"/>
          <p:nvPr>
            <p:ph idx="2" type="title"/>
          </p:nvPr>
        </p:nvSpPr>
        <p:spPr>
          <a:xfrm>
            <a:off x="229050" y="2751928"/>
            <a:ext cx="8689800" cy="1311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7000"/>
              <a:buFont typeface="Oswald"/>
              <a:buNone/>
              <a:defRPr sz="17000"/>
            </a:lvl1pPr>
            <a:lvl2pPr lvl="1" algn="ctr">
              <a:spcBef>
                <a:spcPts val="0"/>
              </a:spcBef>
              <a:spcAft>
                <a:spcPts val="0"/>
              </a:spcAft>
              <a:buClr>
                <a:schemeClr val="dk1"/>
              </a:buClr>
              <a:buSzPts val="17000"/>
              <a:buFont typeface="Oswald"/>
              <a:buNone/>
              <a:defRPr sz="17000"/>
            </a:lvl2pPr>
            <a:lvl3pPr lvl="2" algn="ctr">
              <a:spcBef>
                <a:spcPts val="0"/>
              </a:spcBef>
              <a:spcAft>
                <a:spcPts val="0"/>
              </a:spcAft>
              <a:buClr>
                <a:schemeClr val="dk1"/>
              </a:buClr>
              <a:buSzPts val="17000"/>
              <a:buFont typeface="Oswald"/>
              <a:buNone/>
              <a:defRPr sz="17000"/>
            </a:lvl3pPr>
            <a:lvl4pPr lvl="3" algn="ctr">
              <a:spcBef>
                <a:spcPts val="0"/>
              </a:spcBef>
              <a:spcAft>
                <a:spcPts val="0"/>
              </a:spcAft>
              <a:buClr>
                <a:schemeClr val="dk1"/>
              </a:buClr>
              <a:buSzPts val="17000"/>
              <a:buFont typeface="Oswald"/>
              <a:buNone/>
              <a:defRPr sz="17000"/>
            </a:lvl4pPr>
            <a:lvl5pPr lvl="4" algn="ctr">
              <a:spcBef>
                <a:spcPts val="0"/>
              </a:spcBef>
              <a:spcAft>
                <a:spcPts val="0"/>
              </a:spcAft>
              <a:buClr>
                <a:schemeClr val="dk1"/>
              </a:buClr>
              <a:buSzPts val="17000"/>
              <a:buFont typeface="Oswald"/>
              <a:buNone/>
              <a:defRPr sz="17000"/>
            </a:lvl5pPr>
            <a:lvl6pPr lvl="5" algn="ctr">
              <a:spcBef>
                <a:spcPts val="0"/>
              </a:spcBef>
              <a:spcAft>
                <a:spcPts val="0"/>
              </a:spcAft>
              <a:buClr>
                <a:schemeClr val="dk1"/>
              </a:buClr>
              <a:buSzPts val="17000"/>
              <a:buFont typeface="Oswald"/>
              <a:buNone/>
              <a:defRPr sz="17000"/>
            </a:lvl6pPr>
            <a:lvl7pPr lvl="6" algn="ctr">
              <a:spcBef>
                <a:spcPts val="0"/>
              </a:spcBef>
              <a:spcAft>
                <a:spcPts val="0"/>
              </a:spcAft>
              <a:buClr>
                <a:schemeClr val="dk1"/>
              </a:buClr>
              <a:buSzPts val="17000"/>
              <a:buFont typeface="Oswald"/>
              <a:buNone/>
              <a:defRPr sz="17000"/>
            </a:lvl7pPr>
            <a:lvl8pPr lvl="7" algn="ctr">
              <a:spcBef>
                <a:spcPts val="0"/>
              </a:spcBef>
              <a:spcAft>
                <a:spcPts val="0"/>
              </a:spcAft>
              <a:buClr>
                <a:schemeClr val="dk1"/>
              </a:buClr>
              <a:buSzPts val="17000"/>
              <a:buFont typeface="Oswald"/>
              <a:buNone/>
              <a:defRPr sz="17000"/>
            </a:lvl8pPr>
            <a:lvl9pPr lvl="8" algn="ctr">
              <a:spcBef>
                <a:spcPts val="0"/>
              </a:spcBef>
              <a:spcAft>
                <a:spcPts val="0"/>
              </a:spcAft>
              <a:buClr>
                <a:schemeClr val="dk1"/>
              </a:buClr>
              <a:buSzPts val="17000"/>
              <a:buFont typeface="Oswald"/>
              <a:buNone/>
              <a:defRPr sz="17000"/>
            </a:lvl9pPr>
          </a:lstStyle>
          <a:p/>
        </p:txBody>
      </p:sp>
      <p:sp>
        <p:nvSpPr>
          <p:cNvPr id="93" name="Google Shape;93;p11"/>
          <p:cNvSpPr txBox="1"/>
          <p:nvPr>
            <p:ph idx="1" type="subTitle"/>
          </p:nvPr>
        </p:nvSpPr>
        <p:spPr>
          <a:xfrm>
            <a:off x="3045748" y="1256075"/>
            <a:ext cx="5869800" cy="328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600"/>
              <a:buFont typeface="Urbanist SemiBold"/>
              <a:buNone/>
              <a:defRPr sz="1600">
                <a:latin typeface="Urbanist SemiBold"/>
                <a:ea typeface="Urbanist SemiBold"/>
                <a:cs typeface="Urbanist SemiBold"/>
                <a:sym typeface="Urbanist SemiBold"/>
              </a:defRPr>
            </a:lvl1pPr>
            <a:lvl2pPr lvl="1">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2pPr>
            <a:lvl3pPr lvl="2">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3pPr>
            <a:lvl4pPr lvl="3">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4pPr>
            <a:lvl5pPr lvl="4">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5pPr>
            <a:lvl6pPr lvl="5">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6pPr>
            <a:lvl7pPr lvl="6">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7pPr>
            <a:lvl8pPr lvl="7">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8pPr>
            <a:lvl9pPr lvl="8">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9pPr>
          </a:lstStyle>
          <a:p/>
        </p:txBody>
      </p:sp>
      <p:sp>
        <p:nvSpPr>
          <p:cNvPr id="94" name="Google Shape;94;p11"/>
          <p:cNvSpPr txBox="1"/>
          <p:nvPr>
            <p:ph idx="3" type="subTitle"/>
          </p:nvPr>
        </p:nvSpPr>
        <p:spPr>
          <a:xfrm>
            <a:off x="3042250" y="3939625"/>
            <a:ext cx="5869800" cy="328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600"/>
              <a:buFont typeface="Urbanist SemiBold"/>
              <a:buNone/>
              <a:defRPr sz="1600">
                <a:latin typeface="Urbanist SemiBold"/>
                <a:ea typeface="Urbanist SemiBold"/>
                <a:cs typeface="Urbanist SemiBold"/>
                <a:sym typeface="Urbanist SemiBold"/>
              </a:defRPr>
            </a:lvl1pPr>
            <a:lvl2pPr lvl="1">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2pPr>
            <a:lvl3pPr lvl="2">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3pPr>
            <a:lvl4pPr lvl="3">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4pPr>
            <a:lvl5pPr lvl="4">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5pPr>
            <a:lvl6pPr lvl="5">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6pPr>
            <a:lvl7pPr lvl="6">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7pPr>
            <a:lvl8pPr lvl="7">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8pPr>
            <a:lvl9pPr lvl="8">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type="blank">
  <p:cSld name="BLANK">
    <p:bg>
      <p:bgPr>
        <a:solidFill>
          <a:schemeClr val="lt1"/>
        </a:solidFill>
      </p:bgPr>
    </p:bg>
    <p:spTree>
      <p:nvGrpSpPr>
        <p:cNvPr id="95" name="Shape 95"/>
        <p:cNvGrpSpPr/>
        <p:nvPr/>
      </p:nvGrpSpPr>
      <p:grpSpPr>
        <a:xfrm>
          <a:off x="0" y="0"/>
          <a:ext cx="0" cy="0"/>
          <a:chOff x="0" y="0"/>
          <a:chExt cx="0" cy="0"/>
        </a:xfrm>
      </p:grpSpPr>
      <p:cxnSp>
        <p:nvCxnSpPr>
          <p:cNvPr id="96" name="Google Shape;96;p12"/>
          <p:cNvCxnSpPr/>
          <p:nvPr/>
        </p:nvCxnSpPr>
        <p:spPr>
          <a:xfrm>
            <a:off x="229050" y="311125"/>
            <a:ext cx="8689800" cy="600"/>
          </a:xfrm>
          <a:prstGeom prst="straightConnector1">
            <a:avLst/>
          </a:prstGeom>
          <a:noFill/>
          <a:ln cap="flat" cmpd="sng" w="19050">
            <a:solidFill>
              <a:schemeClr val="dk1"/>
            </a:solidFill>
            <a:prstDash val="solid"/>
            <a:round/>
            <a:headEnd len="med" w="med" type="none"/>
            <a:tailEnd len="med" w="med" type="none"/>
          </a:ln>
        </p:spPr>
      </p:cxnSp>
      <p:sp>
        <p:nvSpPr>
          <p:cNvPr id="97" name="Google Shape;97;p12"/>
          <p:cNvSpPr txBox="1"/>
          <p:nvPr/>
        </p:nvSpPr>
        <p:spPr>
          <a:xfrm>
            <a:off x="130287" y="79125"/>
            <a:ext cx="959700" cy="232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Urbanist Black"/>
                <a:ea typeface="Urbanist Black"/>
                <a:cs typeface="Urbanist Black"/>
                <a:sym typeface="Urbanist Black"/>
              </a:rPr>
              <a:t>PAGE  </a:t>
            </a:r>
            <a:fld id="{00000000-1234-1234-1234-123412341234}" type="slidenum">
              <a:rPr lang="en" sz="800">
                <a:solidFill>
                  <a:schemeClr val="dk1"/>
                </a:solidFill>
                <a:latin typeface="Urbanist Black"/>
                <a:ea typeface="Urbanist Black"/>
                <a:cs typeface="Urbanist Black"/>
                <a:sym typeface="Urbanist Black"/>
              </a:rPr>
              <a:t>‹#›</a:t>
            </a:fld>
            <a:r>
              <a:rPr lang="en" sz="800">
                <a:solidFill>
                  <a:schemeClr val="dk1"/>
                </a:solidFill>
                <a:latin typeface="Urbanist Black"/>
                <a:ea typeface="Urbanist Black"/>
                <a:cs typeface="Urbanist Black"/>
                <a:sym typeface="Urbanist Black"/>
              </a:rPr>
              <a:t> </a:t>
            </a:r>
            <a:endParaRPr sz="800">
              <a:solidFill>
                <a:schemeClr val="dk1"/>
              </a:solidFill>
              <a:latin typeface="Urbanist Black"/>
              <a:ea typeface="Urbanist Black"/>
              <a:cs typeface="Urbanist Black"/>
              <a:sym typeface="Urbanist Black"/>
            </a:endParaRPr>
          </a:p>
        </p:txBody>
      </p:sp>
      <p:sp>
        <p:nvSpPr>
          <p:cNvPr id="98" name="Google Shape;98;p12"/>
          <p:cNvSpPr/>
          <p:nvPr>
            <p:ph idx="2" type="pic"/>
          </p:nvPr>
        </p:nvSpPr>
        <p:spPr>
          <a:xfrm>
            <a:off x="229050" y="1940475"/>
            <a:ext cx="2079000" cy="2979600"/>
          </a:xfrm>
          <a:prstGeom prst="rect">
            <a:avLst/>
          </a:prstGeom>
          <a:noFill/>
          <a:ln>
            <a:noFill/>
          </a:ln>
        </p:spPr>
      </p:sp>
      <p:sp>
        <p:nvSpPr>
          <p:cNvPr id="99" name="Google Shape;99;p12"/>
          <p:cNvSpPr/>
          <p:nvPr>
            <p:ph idx="3" type="pic"/>
          </p:nvPr>
        </p:nvSpPr>
        <p:spPr>
          <a:xfrm>
            <a:off x="2431150" y="1940475"/>
            <a:ext cx="3547800" cy="1381200"/>
          </a:xfrm>
          <a:prstGeom prst="rect">
            <a:avLst/>
          </a:prstGeom>
          <a:noFill/>
          <a:ln>
            <a:noFill/>
          </a:ln>
        </p:spPr>
      </p:sp>
      <p:sp>
        <p:nvSpPr>
          <p:cNvPr id="100" name="Google Shape;100;p12"/>
          <p:cNvSpPr/>
          <p:nvPr>
            <p:ph idx="4" type="pic"/>
          </p:nvPr>
        </p:nvSpPr>
        <p:spPr>
          <a:xfrm>
            <a:off x="2431150" y="3444675"/>
            <a:ext cx="3547800" cy="1475400"/>
          </a:xfrm>
          <a:prstGeom prst="rect">
            <a:avLst/>
          </a:prstGeom>
          <a:noFill/>
          <a:ln>
            <a:noFill/>
          </a:ln>
        </p:spPr>
      </p:sp>
      <p:sp>
        <p:nvSpPr>
          <p:cNvPr id="101" name="Google Shape;101;p12"/>
          <p:cNvSpPr/>
          <p:nvPr>
            <p:ph idx="5" type="pic"/>
          </p:nvPr>
        </p:nvSpPr>
        <p:spPr>
          <a:xfrm>
            <a:off x="4633850" y="457200"/>
            <a:ext cx="4284900" cy="1381200"/>
          </a:xfrm>
          <a:prstGeom prst="rect">
            <a:avLst/>
          </a:prstGeom>
          <a:noFill/>
          <a:ln>
            <a:noFill/>
          </a:ln>
        </p:spPr>
      </p:sp>
      <p:sp>
        <p:nvSpPr>
          <p:cNvPr id="102" name="Google Shape;102;p12"/>
          <p:cNvSpPr/>
          <p:nvPr>
            <p:ph idx="6" type="pic"/>
          </p:nvPr>
        </p:nvSpPr>
        <p:spPr>
          <a:xfrm>
            <a:off x="6102050" y="1964525"/>
            <a:ext cx="2813400" cy="1310100"/>
          </a:xfrm>
          <a:prstGeom prst="rect">
            <a:avLst/>
          </a:prstGeom>
          <a:noFill/>
          <a:ln>
            <a:noFill/>
          </a:ln>
        </p:spPr>
      </p:sp>
      <p:sp>
        <p:nvSpPr>
          <p:cNvPr id="103" name="Google Shape;103;p12"/>
          <p:cNvSpPr txBox="1"/>
          <p:nvPr>
            <p:ph type="title"/>
          </p:nvPr>
        </p:nvSpPr>
        <p:spPr>
          <a:xfrm>
            <a:off x="225600" y="234925"/>
            <a:ext cx="5142300" cy="1311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0"/>
              <a:buFont typeface="Oswald"/>
              <a:buNone/>
              <a:defRPr sz="12000"/>
            </a:lvl1pPr>
            <a:lvl2pPr lvl="1" algn="ctr">
              <a:spcBef>
                <a:spcPts val="0"/>
              </a:spcBef>
              <a:spcAft>
                <a:spcPts val="0"/>
              </a:spcAft>
              <a:buClr>
                <a:schemeClr val="dk1"/>
              </a:buClr>
              <a:buSzPts val="12000"/>
              <a:buFont typeface="Oswald"/>
              <a:buNone/>
              <a:defRPr sz="12000"/>
            </a:lvl2pPr>
            <a:lvl3pPr lvl="2" algn="ctr">
              <a:spcBef>
                <a:spcPts val="0"/>
              </a:spcBef>
              <a:spcAft>
                <a:spcPts val="0"/>
              </a:spcAft>
              <a:buClr>
                <a:schemeClr val="dk1"/>
              </a:buClr>
              <a:buSzPts val="12000"/>
              <a:buFont typeface="Oswald"/>
              <a:buNone/>
              <a:defRPr sz="12000"/>
            </a:lvl3pPr>
            <a:lvl4pPr lvl="3" algn="ctr">
              <a:spcBef>
                <a:spcPts val="0"/>
              </a:spcBef>
              <a:spcAft>
                <a:spcPts val="0"/>
              </a:spcAft>
              <a:buClr>
                <a:schemeClr val="dk1"/>
              </a:buClr>
              <a:buSzPts val="12000"/>
              <a:buFont typeface="Oswald"/>
              <a:buNone/>
              <a:defRPr sz="12000"/>
            </a:lvl4pPr>
            <a:lvl5pPr lvl="4" algn="ctr">
              <a:spcBef>
                <a:spcPts val="0"/>
              </a:spcBef>
              <a:spcAft>
                <a:spcPts val="0"/>
              </a:spcAft>
              <a:buClr>
                <a:schemeClr val="dk1"/>
              </a:buClr>
              <a:buSzPts val="12000"/>
              <a:buFont typeface="Oswald"/>
              <a:buNone/>
              <a:defRPr sz="12000"/>
            </a:lvl5pPr>
            <a:lvl6pPr lvl="5" algn="ctr">
              <a:spcBef>
                <a:spcPts val="0"/>
              </a:spcBef>
              <a:spcAft>
                <a:spcPts val="0"/>
              </a:spcAft>
              <a:buClr>
                <a:schemeClr val="dk1"/>
              </a:buClr>
              <a:buSzPts val="12000"/>
              <a:buFont typeface="Oswald"/>
              <a:buNone/>
              <a:defRPr sz="12000"/>
            </a:lvl6pPr>
            <a:lvl7pPr lvl="6" algn="ctr">
              <a:spcBef>
                <a:spcPts val="0"/>
              </a:spcBef>
              <a:spcAft>
                <a:spcPts val="0"/>
              </a:spcAft>
              <a:buClr>
                <a:schemeClr val="dk1"/>
              </a:buClr>
              <a:buSzPts val="12000"/>
              <a:buFont typeface="Oswald"/>
              <a:buNone/>
              <a:defRPr sz="12000"/>
            </a:lvl7pPr>
            <a:lvl8pPr lvl="7" algn="ctr">
              <a:spcBef>
                <a:spcPts val="0"/>
              </a:spcBef>
              <a:spcAft>
                <a:spcPts val="0"/>
              </a:spcAft>
              <a:buClr>
                <a:schemeClr val="dk1"/>
              </a:buClr>
              <a:buSzPts val="12000"/>
              <a:buFont typeface="Oswald"/>
              <a:buNone/>
              <a:defRPr sz="12000"/>
            </a:lvl8pPr>
            <a:lvl9pPr lvl="8" algn="ctr">
              <a:spcBef>
                <a:spcPts val="0"/>
              </a:spcBef>
              <a:spcAft>
                <a:spcPts val="0"/>
              </a:spcAft>
              <a:buClr>
                <a:schemeClr val="dk1"/>
              </a:buClr>
              <a:buSzPts val="12000"/>
              <a:buFont typeface="Oswald"/>
              <a:buNone/>
              <a:defRPr sz="12000"/>
            </a:lvl9pPr>
          </a:lstStyle>
          <a:p/>
        </p:txBody>
      </p:sp>
      <p:sp>
        <p:nvSpPr>
          <p:cNvPr id="104" name="Google Shape;104;p12"/>
          <p:cNvSpPr txBox="1"/>
          <p:nvPr>
            <p:ph idx="7" type="title"/>
          </p:nvPr>
        </p:nvSpPr>
        <p:spPr>
          <a:xfrm>
            <a:off x="6102050" y="3349425"/>
            <a:ext cx="2813400" cy="1311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2000"/>
              <a:buFont typeface="Oswald"/>
              <a:buNone/>
              <a:defRPr sz="12000"/>
            </a:lvl1pPr>
            <a:lvl2pPr lvl="1" algn="ctr">
              <a:spcBef>
                <a:spcPts val="0"/>
              </a:spcBef>
              <a:spcAft>
                <a:spcPts val="0"/>
              </a:spcAft>
              <a:buClr>
                <a:schemeClr val="dk1"/>
              </a:buClr>
              <a:buSzPts val="12000"/>
              <a:buFont typeface="Oswald"/>
              <a:buNone/>
              <a:defRPr sz="12000"/>
            </a:lvl2pPr>
            <a:lvl3pPr lvl="2" algn="ctr">
              <a:spcBef>
                <a:spcPts val="0"/>
              </a:spcBef>
              <a:spcAft>
                <a:spcPts val="0"/>
              </a:spcAft>
              <a:buClr>
                <a:schemeClr val="dk1"/>
              </a:buClr>
              <a:buSzPts val="12000"/>
              <a:buFont typeface="Oswald"/>
              <a:buNone/>
              <a:defRPr sz="12000"/>
            </a:lvl3pPr>
            <a:lvl4pPr lvl="3" algn="ctr">
              <a:spcBef>
                <a:spcPts val="0"/>
              </a:spcBef>
              <a:spcAft>
                <a:spcPts val="0"/>
              </a:spcAft>
              <a:buClr>
                <a:schemeClr val="dk1"/>
              </a:buClr>
              <a:buSzPts val="12000"/>
              <a:buFont typeface="Oswald"/>
              <a:buNone/>
              <a:defRPr sz="12000"/>
            </a:lvl4pPr>
            <a:lvl5pPr lvl="4" algn="ctr">
              <a:spcBef>
                <a:spcPts val="0"/>
              </a:spcBef>
              <a:spcAft>
                <a:spcPts val="0"/>
              </a:spcAft>
              <a:buClr>
                <a:schemeClr val="dk1"/>
              </a:buClr>
              <a:buSzPts val="12000"/>
              <a:buFont typeface="Oswald"/>
              <a:buNone/>
              <a:defRPr sz="12000"/>
            </a:lvl5pPr>
            <a:lvl6pPr lvl="5" algn="ctr">
              <a:spcBef>
                <a:spcPts val="0"/>
              </a:spcBef>
              <a:spcAft>
                <a:spcPts val="0"/>
              </a:spcAft>
              <a:buClr>
                <a:schemeClr val="dk1"/>
              </a:buClr>
              <a:buSzPts val="12000"/>
              <a:buFont typeface="Oswald"/>
              <a:buNone/>
              <a:defRPr sz="12000"/>
            </a:lvl6pPr>
            <a:lvl7pPr lvl="6" algn="ctr">
              <a:spcBef>
                <a:spcPts val="0"/>
              </a:spcBef>
              <a:spcAft>
                <a:spcPts val="0"/>
              </a:spcAft>
              <a:buClr>
                <a:schemeClr val="dk1"/>
              </a:buClr>
              <a:buSzPts val="12000"/>
              <a:buFont typeface="Oswald"/>
              <a:buNone/>
              <a:defRPr sz="12000"/>
            </a:lvl7pPr>
            <a:lvl8pPr lvl="7" algn="ctr">
              <a:spcBef>
                <a:spcPts val="0"/>
              </a:spcBef>
              <a:spcAft>
                <a:spcPts val="0"/>
              </a:spcAft>
              <a:buClr>
                <a:schemeClr val="dk1"/>
              </a:buClr>
              <a:buSzPts val="12000"/>
              <a:buFont typeface="Oswald"/>
              <a:buNone/>
              <a:defRPr sz="12000"/>
            </a:lvl8pPr>
            <a:lvl9pPr lvl="8" algn="ctr">
              <a:spcBef>
                <a:spcPts val="0"/>
              </a:spcBef>
              <a:spcAft>
                <a:spcPts val="0"/>
              </a:spcAft>
              <a:buClr>
                <a:schemeClr val="dk1"/>
              </a:buClr>
              <a:buSzPts val="12000"/>
              <a:buFont typeface="Oswald"/>
              <a:buNone/>
              <a:defRPr sz="120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oin us">
  <p:cSld name="CUSTOM">
    <p:bg>
      <p:bgPr>
        <a:solidFill>
          <a:schemeClr val="dk2"/>
        </a:solidFill>
      </p:bgPr>
    </p:bg>
    <p:spTree>
      <p:nvGrpSpPr>
        <p:cNvPr id="105" name="Shape 105"/>
        <p:cNvGrpSpPr/>
        <p:nvPr/>
      </p:nvGrpSpPr>
      <p:grpSpPr>
        <a:xfrm>
          <a:off x="0" y="0"/>
          <a:ext cx="0" cy="0"/>
          <a:chOff x="0" y="0"/>
          <a:chExt cx="0" cy="0"/>
        </a:xfrm>
      </p:grpSpPr>
      <p:sp>
        <p:nvSpPr>
          <p:cNvPr id="106" name="Google Shape;106;p13"/>
          <p:cNvSpPr/>
          <p:nvPr>
            <p:ph idx="2" type="pic"/>
          </p:nvPr>
        </p:nvSpPr>
        <p:spPr>
          <a:xfrm>
            <a:off x="767425" y="-956950"/>
            <a:ext cx="2595600" cy="1766700"/>
          </a:xfrm>
          <a:prstGeom prst="rect">
            <a:avLst/>
          </a:prstGeom>
          <a:noFill/>
          <a:ln>
            <a:noFill/>
          </a:ln>
        </p:spPr>
      </p:sp>
      <p:sp>
        <p:nvSpPr>
          <p:cNvPr id="107" name="Google Shape;107;p13"/>
          <p:cNvSpPr/>
          <p:nvPr>
            <p:ph idx="3" type="pic"/>
          </p:nvPr>
        </p:nvSpPr>
        <p:spPr>
          <a:xfrm>
            <a:off x="5673350" y="-491325"/>
            <a:ext cx="2079600" cy="2612100"/>
          </a:xfrm>
          <a:prstGeom prst="rect">
            <a:avLst/>
          </a:prstGeom>
          <a:noFill/>
          <a:ln>
            <a:noFill/>
          </a:ln>
        </p:spPr>
      </p:sp>
      <p:sp>
        <p:nvSpPr>
          <p:cNvPr id="108" name="Google Shape;108;p13"/>
          <p:cNvSpPr/>
          <p:nvPr>
            <p:ph idx="4" type="pic"/>
          </p:nvPr>
        </p:nvSpPr>
        <p:spPr>
          <a:xfrm>
            <a:off x="767425" y="1537225"/>
            <a:ext cx="3547800" cy="2224200"/>
          </a:xfrm>
          <a:prstGeom prst="rect">
            <a:avLst/>
          </a:prstGeom>
          <a:noFill/>
          <a:ln>
            <a:noFill/>
          </a:ln>
        </p:spPr>
      </p:sp>
      <p:sp>
        <p:nvSpPr>
          <p:cNvPr id="109" name="Google Shape;109;p13"/>
          <p:cNvSpPr/>
          <p:nvPr>
            <p:ph idx="5" type="pic"/>
          </p:nvPr>
        </p:nvSpPr>
        <p:spPr>
          <a:xfrm>
            <a:off x="0" y="4299950"/>
            <a:ext cx="2595600" cy="1766700"/>
          </a:xfrm>
          <a:prstGeom prst="rect">
            <a:avLst/>
          </a:prstGeom>
          <a:noFill/>
          <a:ln>
            <a:noFill/>
          </a:ln>
        </p:spPr>
      </p:sp>
      <p:sp>
        <p:nvSpPr>
          <p:cNvPr id="110" name="Google Shape;110;p13"/>
          <p:cNvSpPr/>
          <p:nvPr>
            <p:ph idx="6" type="pic"/>
          </p:nvPr>
        </p:nvSpPr>
        <p:spPr>
          <a:xfrm>
            <a:off x="6382725" y="3109975"/>
            <a:ext cx="3267300" cy="2223900"/>
          </a:xfrm>
          <a:prstGeom prst="rect">
            <a:avLst/>
          </a:prstGeom>
          <a:noFill/>
          <a:ln>
            <a:noFill/>
          </a:ln>
        </p:spPr>
      </p:sp>
      <p:sp>
        <p:nvSpPr>
          <p:cNvPr id="111" name="Google Shape;111;p13"/>
          <p:cNvSpPr txBox="1"/>
          <p:nvPr>
            <p:ph type="title"/>
          </p:nvPr>
        </p:nvSpPr>
        <p:spPr>
          <a:xfrm>
            <a:off x="2100900" y="1600650"/>
            <a:ext cx="4942200" cy="194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2000"/>
              <a:buFont typeface="Oswald"/>
              <a:buNone/>
              <a:defRPr sz="12000">
                <a:solidFill>
                  <a:schemeClr val="lt1"/>
                </a:solidFill>
              </a:defRPr>
            </a:lvl1pPr>
            <a:lvl2pPr lvl="1" algn="ctr">
              <a:spcBef>
                <a:spcPts val="0"/>
              </a:spcBef>
              <a:spcAft>
                <a:spcPts val="0"/>
              </a:spcAft>
              <a:buClr>
                <a:schemeClr val="lt1"/>
              </a:buClr>
              <a:buSzPts val="12000"/>
              <a:buFont typeface="Oswald"/>
              <a:buNone/>
              <a:defRPr sz="12000">
                <a:solidFill>
                  <a:schemeClr val="lt1"/>
                </a:solidFill>
              </a:defRPr>
            </a:lvl2pPr>
            <a:lvl3pPr lvl="2" algn="ctr">
              <a:spcBef>
                <a:spcPts val="0"/>
              </a:spcBef>
              <a:spcAft>
                <a:spcPts val="0"/>
              </a:spcAft>
              <a:buClr>
                <a:schemeClr val="lt1"/>
              </a:buClr>
              <a:buSzPts val="12000"/>
              <a:buFont typeface="Oswald"/>
              <a:buNone/>
              <a:defRPr sz="12000">
                <a:solidFill>
                  <a:schemeClr val="lt1"/>
                </a:solidFill>
              </a:defRPr>
            </a:lvl3pPr>
            <a:lvl4pPr lvl="3" algn="ctr">
              <a:spcBef>
                <a:spcPts val="0"/>
              </a:spcBef>
              <a:spcAft>
                <a:spcPts val="0"/>
              </a:spcAft>
              <a:buClr>
                <a:schemeClr val="lt1"/>
              </a:buClr>
              <a:buSzPts val="12000"/>
              <a:buFont typeface="Oswald"/>
              <a:buNone/>
              <a:defRPr sz="12000">
                <a:solidFill>
                  <a:schemeClr val="lt1"/>
                </a:solidFill>
              </a:defRPr>
            </a:lvl4pPr>
            <a:lvl5pPr lvl="4" algn="ctr">
              <a:spcBef>
                <a:spcPts val="0"/>
              </a:spcBef>
              <a:spcAft>
                <a:spcPts val="0"/>
              </a:spcAft>
              <a:buClr>
                <a:schemeClr val="lt1"/>
              </a:buClr>
              <a:buSzPts val="12000"/>
              <a:buFont typeface="Oswald"/>
              <a:buNone/>
              <a:defRPr sz="12000">
                <a:solidFill>
                  <a:schemeClr val="lt1"/>
                </a:solidFill>
              </a:defRPr>
            </a:lvl5pPr>
            <a:lvl6pPr lvl="5" algn="ctr">
              <a:spcBef>
                <a:spcPts val="0"/>
              </a:spcBef>
              <a:spcAft>
                <a:spcPts val="0"/>
              </a:spcAft>
              <a:buClr>
                <a:schemeClr val="lt1"/>
              </a:buClr>
              <a:buSzPts val="12000"/>
              <a:buFont typeface="Oswald"/>
              <a:buNone/>
              <a:defRPr sz="12000">
                <a:solidFill>
                  <a:schemeClr val="lt1"/>
                </a:solidFill>
              </a:defRPr>
            </a:lvl6pPr>
            <a:lvl7pPr lvl="6" algn="ctr">
              <a:spcBef>
                <a:spcPts val="0"/>
              </a:spcBef>
              <a:spcAft>
                <a:spcPts val="0"/>
              </a:spcAft>
              <a:buClr>
                <a:schemeClr val="lt1"/>
              </a:buClr>
              <a:buSzPts val="12000"/>
              <a:buFont typeface="Oswald"/>
              <a:buNone/>
              <a:defRPr sz="12000">
                <a:solidFill>
                  <a:schemeClr val="lt1"/>
                </a:solidFill>
              </a:defRPr>
            </a:lvl7pPr>
            <a:lvl8pPr lvl="7" algn="ctr">
              <a:spcBef>
                <a:spcPts val="0"/>
              </a:spcBef>
              <a:spcAft>
                <a:spcPts val="0"/>
              </a:spcAft>
              <a:buClr>
                <a:schemeClr val="lt1"/>
              </a:buClr>
              <a:buSzPts val="12000"/>
              <a:buFont typeface="Oswald"/>
              <a:buNone/>
              <a:defRPr sz="12000">
                <a:solidFill>
                  <a:schemeClr val="lt1"/>
                </a:solidFill>
              </a:defRPr>
            </a:lvl8pPr>
            <a:lvl9pPr lvl="8" algn="ctr">
              <a:spcBef>
                <a:spcPts val="0"/>
              </a:spcBef>
              <a:spcAft>
                <a:spcPts val="0"/>
              </a:spcAft>
              <a:buClr>
                <a:schemeClr val="lt1"/>
              </a:buClr>
              <a:buSzPts val="12000"/>
              <a:buFont typeface="Oswald"/>
              <a:buNone/>
              <a:defRPr sz="12000">
                <a:solidFill>
                  <a:schemeClr val="lt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kate club poster">
  <p:cSld name="CUSTOM_1">
    <p:bg>
      <p:bgPr>
        <a:solidFill>
          <a:schemeClr val="lt2"/>
        </a:solidFill>
      </p:bgPr>
    </p:bg>
    <p:spTree>
      <p:nvGrpSpPr>
        <p:cNvPr id="112" name="Shape 112"/>
        <p:cNvGrpSpPr/>
        <p:nvPr/>
      </p:nvGrpSpPr>
      <p:grpSpPr>
        <a:xfrm>
          <a:off x="0" y="0"/>
          <a:ext cx="0" cy="0"/>
          <a:chOff x="0" y="0"/>
          <a:chExt cx="0" cy="0"/>
        </a:xfrm>
      </p:grpSpPr>
      <p:cxnSp>
        <p:nvCxnSpPr>
          <p:cNvPr id="113" name="Google Shape;113;p14"/>
          <p:cNvCxnSpPr/>
          <p:nvPr/>
        </p:nvCxnSpPr>
        <p:spPr>
          <a:xfrm>
            <a:off x="218250" y="159225"/>
            <a:ext cx="8707500" cy="0"/>
          </a:xfrm>
          <a:prstGeom prst="straightConnector1">
            <a:avLst/>
          </a:prstGeom>
          <a:noFill/>
          <a:ln cap="flat" cmpd="sng" w="19050">
            <a:solidFill>
              <a:schemeClr val="dk1"/>
            </a:solidFill>
            <a:prstDash val="solid"/>
            <a:round/>
            <a:headEnd len="med" w="med" type="none"/>
            <a:tailEnd len="med" w="med" type="none"/>
          </a:ln>
        </p:spPr>
      </p:cxnSp>
      <p:sp>
        <p:nvSpPr>
          <p:cNvPr id="114" name="Google Shape;114;p14"/>
          <p:cNvSpPr txBox="1"/>
          <p:nvPr>
            <p:ph type="title"/>
          </p:nvPr>
        </p:nvSpPr>
        <p:spPr>
          <a:xfrm>
            <a:off x="0" y="68925"/>
            <a:ext cx="9144000" cy="13119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4000"/>
              <a:buFont typeface="Oswald"/>
              <a:buNone/>
              <a:defRPr sz="14000"/>
            </a:lvl1pPr>
            <a:lvl2pPr lvl="1" algn="ctr">
              <a:spcBef>
                <a:spcPts val="0"/>
              </a:spcBef>
              <a:spcAft>
                <a:spcPts val="0"/>
              </a:spcAft>
              <a:buClr>
                <a:schemeClr val="dk1"/>
              </a:buClr>
              <a:buSzPts val="13100"/>
              <a:buFont typeface="Oswald"/>
              <a:buNone/>
              <a:defRPr sz="13100"/>
            </a:lvl2pPr>
            <a:lvl3pPr lvl="2" algn="ctr">
              <a:spcBef>
                <a:spcPts val="0"/>
              </a:spcBef>
              <a:spcAft>
                <a:spcPts val="0"/>
              </a:spcAft>
              <a:buClr>
                <a:schemeClr val="dk1"/>
              </a:buClr>
              <a:buSzPts val="13100"/>
              <a:buFont typeface="Oswald"/>
              <a:buNone/>
              <a:defRPr sz="13100"/>
            </a:lvl3pPr>
            <a:lvl4pPr lvl="3" algn="ctr">
              <a:spcBef>
                <a:spcPts val="0"/>
              </a:spcBef>
              <a:spcAft>
                <a:spcPts val="0"/>
              </a:spcAft>
              <a:buClr>
                <a:schemeClr val="dk1"/>
              </a:buClr>
              <a:buSzPts val="13100"/>
              <a:buFont typeface="Oswald"/>
              <a:buNone/>
              <a:defRPr sz="13100"/>
            </a:lvl4pPr>
            <a:lvl5pPr lvl="4" algn="ctr">
              <a:spcBef>
                <a:spcPts val="0"/>
              </a:spcBef>
              <a:spcAft>
                <a:spcPts val="0"/>
              </a:spcAft>
              <a:buClr>
                <a:schemeClr val="dk1"/>
              </a:buClr>
              <a:buSzPts val="13100"/>
              <a:buFont typeface="Oswald"/>
              <a:buNone/>
              <a:defRPr sz="13100"/>
            </a:lvl5pPr>
            <a:lvl6pPr lvl="5" algn="ctr">
              <a:spcBef>
                <a:spcPts val="0"/>
              </a:spcBef>
              <a:spcAft>
                <a:spcPts val="0"/>
              </a:spcAft>
              <a:buClr>
                <a:schemeClr val="dk1"/>
              </a:buClr>
              <a:buSzPts val="13100"/>
              <a:buFont typeface="Oswald"/>
              <a:buNone/>
              <a:defRPr sz="13100"/>
            </a:lvl6pPr>
            <a:lvl7pPr lvl="6" algn="ctr">
              <a:spcBef>
                <a:spcPts val="0"/>
              </a:spcBef>
              <a:spcAft>
                <a:spcPts val="0"/>
              </a:spcAft>
              <a:buClr>
                <a:schemeClr val="dk1"/>
              </a:buClr>
              <a:buSzPts val="13100"/>
              <a:buFont typeface="Oswald"/>
              <a:buNone/>
              <a:defRPr sz="13100"/>
            </a:lvl7pPr>
            <a:lvl8pPr lvl="7" algn="ctr">
              <a:spcBef>
                <a:spcPts val="0"/>
              </a:spcBef>
              <a:spcAft>
                <a:spcPts val="0"/>
              </a:spcAft>
              <a:buClr>
                <a:schemeClr val="dk1"/>
              </a:buClr>
              <a:buSzPts val="13100"/>
              <a:buFont typeface="Oswald"/>
              <a:buNone/>
              <a:defRPr sz="13100"/>
            </a:lvl8pPr>
            <a:lvl9pPr lvl="8" algn="ctr">
              <a:spcBef>
                <a:spcPts val="0"/>
              </a:spcBef>
              <a:spcAft>
                <a:spcPts val="0"/>
              </a:spcAft>
              <a:buClr>
                <a:schemeClr val="dk1"/>
              </a:buClr>
              <a:buSzPts val="13100"/>
              <a:buFont typeface="Oswald"/>
              <a:buNone/>
              <a:defRPr sz="13100"/>
            </a:lvl9pPr>
          </a:lstStyle>
          <a:p/>
        </p:txBody>
      </p:sp>
      <p:sp>
        <p:nvSpPr>
          <p:cNvPr id="115" name="Google Shape;115;p14"/>
          <p:cNvSpPr txBox="1"/>
          <p:nvPr>
            <p:ph idx="1" type="subTitle"/>
          </p:nvPr>
        </p:nvSpPr>
        <p:spPr>
          <a:xfrm>
            <a:off x="2308050" y="1962550"/>
            <a:ext cx="4528200" cy="629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1pPr>
            <a:lvl2pPr lvl="1"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2pPr>
            <a:lvl3pPr lvl="2"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3pPr>
            <a:lvl4pPr lvl="3"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4pPr>
            <a:lvl5pPr lvl="4"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5pPr>
            <a:lvl6pPr lvl="5"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6pPr>
            <a:lvl7pPr lvl="6"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7pPr>
            <a:lvl8pPr lvl="7"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8pPr>
            <a:lvl9pPr lvl="8"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9pPr>
          </a:lstStyle>
          <a:p/>
        </p:txBody>
      </p:sp>
      <p:sp>
        <p:nvSpPr>
          <p:cNvPr id="116" name="Google Shape;116;p14"/>
          <p:cNvSpPr txBox="1"/>
          <p:nvPr>
            <p:ph idx="2" type="title"/>
          </p:nvPr>
        </p:nvSpPr>
        <p:spPr>
          <a:xfrm>
            <a:off x="1696950" y="3712025"/>
            <a:ext cx="5750100" cy="1150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3000"/>
              <a:buFont typeface="Oswald"/>
              <a:buNone/>
              <a:defRPr sz="3000"/>
            </a:lvl1pPr>
            <a:lvl2pPr lvl="1" algn="ctr">
              <a:spcBef>
                <a:spcPts val="0"/>
              </a:spcBef>
              <a:spcAft>
                <a:spcPts val="0"/>
              </a:spcAft>
              <a:buClr>
                <a:schemeClr val="dk1"/>
              </a:buClr>
              <a:buSzPts val="3000"/>
              <a:buFont typeface="Oswald"/>
              <a:buNone/>
              <a:defRPr sz="3000"/>
            </a:lvl2pPr>
            <a:lvl3pPr lvl="2" algn="ctr">
              <a:spcBef>
                <a:spcPts val="0"/>
              </a:spcBef>
              <a:spcAft>
                <a:spcPts val="0"/>
              </a:spcAft>
              <a:buClr>
                <a:schemeClr val="dk1"/>
              </a:buClr>
              <a:buSzPts val="3000"/>
              <a:buFont typeface="Oswald"/>
              <a:buNone/>
              <a:defRPr sz="3000"/>
            </a:lvl3pPr>
            <a:lvl4pPr lvl="3" algn="ctr">
              <a:spcBef>
                <a:spcPts val="0"/>
              </a:spcBef>
              <a:spcAft>
                <a:spcPts val="0"/>
              </a:spcAft>
              <a:buClr>
                <a:schemeClr val="dk1"/>
              </a:buClr>
              <a:buSzPts val="3000"/>
              <a:buFont typeface="Oswald"/>
              <a:buNone/>
              <a:defRPr sz="3000"/>
            </a:lvl4pPr>
            <a:lvl5pPr lvl="4" algn="ctr">
              <a:spcBef>
                <a:spcPts val="0"/>
              </a:spcBef>
              <a:spcAft>
                <a:spcPts val="0"/>
              </a:spcAft>
              <a:buClr>
                <a:schemeClr val="dk1"/>
              </a:buClr>
              <a:buSzPts val="3000"/>
              <a:buFont typeface="Oswald"/>
              <a:buNone/>
              <a:defRPr sz="3000"/>
            </a:lvl5pPr>
            <a:lvl6pPr lvl="5" algn="ctr">
              <a:spcBef>
                <a:spcPts val="0"/>
              </a:spcBef>
              <a:spcAft>
                <a:spcPts val="0"/>
              </a:spcAft>
              <a:buClr>
                <a:schemeClr val="dk1"/>
              </a:buClr>
              <a:buSzPts val="3000"/>
              <a:buFont typeface="Oswald"/>
              <a:buNone/>
              <a:defRPr sz="3000"/>
            </a:lvl6pPr>
            <a:lvl7pPr lvl="6" algn="ctr">
              <a:spcBef>
                <a:spcPts val="0"/>
              </a:spcBef>
              <a:spcAft>
                <a:spcPts val="0"/>
              </a:spcAft>
              <a:buClr>
                <a:schemeClr val="dk1"/>
              </a:buClr>
              <a:buSzPts val="3000"/>
              <a:buFont typeface="Oswald"/>
              <a:buNone/>
              <a:defRPr sz="3000"/>
            </a:lvl7pPr>
            <a:lvl8pPr lvl="7" algn="ctr">
              <a:spcBef>
                <a:spcPts val="0"/>
              </a:spcBef>
              <a:spcAft>
                <a:spcPts val="0"/>
              </a:spcAft>
              <a:buClr>
                <a:schemeClr val="dk1"/>
              </a:buClr>
              <a:buSzPts val="3000"/>
              <a:buFont typeface="Oswald"/>
              <a:buNone/>
              <a:defRPr sz="3000"/>
            </a:lvl8pPr>
            <a:lvl9pPr lvl="8" algn="ctr">
              <a:spcBef>
                <a:spcPts val="0"/>
              </a:spcBef>
              <a:spcAft>
                <a:spcPts val="0"/>
              </a:spcAft>
              <a:buClr>
                <a:schemeClr val="dk1"/>
              </a:buClr>
              <a:buSzPts val="3000"/>
              <a:buFont typeface="Oswald"/>
              <a:buNone/>
              <a:defRPr sz="3000"/>
            </a:lvl9pPr>
          </a:lstStyle>
          <a:p/>
        </p:txBody>
      </p:sp>
      <p:sp>
        <p:nvSpPr>
          <p:cNvPr id="117" name="Google Shape;117;p14"/>
          <p:cNvSpPr/>
          <p:nvPr>
            <p:ph idx="3" type="pic"/>
          </p:nvPr>
        </p:nvSpPr>
        <p:spPr>
          <a:xfrm>
            <a:off x="231325" y="2043175"/>
            <a:ext cx="1910400" cy="2301600"/>
          </a:xfrm>
          <a:prstGeom prst="rect">
            <a:avLst/>
          </a:prstGeom>
          <a:noFill/>
          <a:ln>
            <a:noFill/>
          </a:ln>
        </p:spPr>
      </p:sp>
      <p:sp>
        <p:nvSpPr>
          <p:cNvPr id="118" name="Google Shape;118;p14"/>
          <p:cNvSpPr/>
          <p:nvPr>
            <p:ph idx="4" type="pic"/>
          </p:nvPr>
        </p:nvSpPr>
        <p:spPr>
          <a:xfrm>
            <a:off x="6640275" y="3932475"/>
            <a:ext cx="2285400" cy="987600"/>
          </a:xfrm>
          <a:prstGeom prst="rect">
            <a:avLst/>
          </a:prstGeom>
          <a:noFill/>
          <a:ln>
            <a:noFill/>
          </a:ln>
        </p:spPr>
      </p:sp>
      <p:sp>
        <p:nvSpPr>
          <p:cNvPr id="119" name="Google Shape;119;p14"/>
          <p:cNvSpPr txBox="1"/>
          <p:nvPr>
            <p:ph idx="5" type="subTitle"/>
          </p:nvPr>
        </p:nvSpPr>
        <p:spPr>
          <a:xfrm>
            <a:off x="136075" y="4344775"/>
            <a:ext cx="2076600" cy="575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Font typeface="Urbanist SemiBold"/>
              <a:buNone/>
              <a:defRPr>
                <a:latin typeface="Urbanist SemiBold"/>
                <a:ea typeface="Urbanist SemiBold"/>
                <a:cs typeface="Urbanist SemiBold"/>
                <a:sym typeface="Urbanist SemiBold"/>
              </a:defRPr>
            </a:lvl1pPr>
            <a:lvl2pPr lvl="1">
              <a:spcBef>
                <a:spcPts val="0"/>
              </a:spcBef>
              <a:spcAft>
                <a:spcPts val="0"/>
              </a:spcAft>
              <a:buClr>
                <a:schemeClr val="dk1"/>
              </a:buClr>
              <a:buSzPts val="1400"/>
              <a:buFont typeface="Urbanist SemiBold"/>
              <a:buNone/>
              <a:defRPr>
                <a:latin typeface="Urbanist SemiBold"/>
                <a:ea typeface="Urbanist SemiBold"/>
                <a:cs typeface="Urbanist SemiBold"/>
                <a:sym typeface="Urbanist SemiBold"/>
              </a:defRPr>
            </a:lvl2pPr>
            <a:lvl3pPr lvl="2">
              <a:spcBef>
                <a:spcPts val="0"/>
              </a:spcBef>
              <a:spcAft>
                <a:spcPts val="0"/>
              </a:spcAft>
              <a:buClr>
                <a:schemeClr val="dk1"/>
              </a:buClr>
              <a:buSzPts val="1400"/>
              <a:buFont typeface="Urbanist SemiBold"/>
              <a:buNone/>
              <a:defRPr>
                <a:latin typeface="Urbanist SemiBold"/>
                <a:ea typeface="Urbanist SemiBold"/>
                <a:cs typeface="Urbanist SemiBold"/>
                <a:sym typeface="Urbanist SemiBold"/>
              </a:defRPr>
            </a:lvl3pPr>
            <a:lvl4pPr lvl="3">
              <a:spcBef>
                <a:spcPts val="0"/>
              </a:spcBef>
              <a:spcAft>
                <a:spcPts val="0"/>
              </a:spcAft>
              <a:buClr>
                <a:schemeClr val="dk1"/>
              </a:buClr>
              <a:buSzPts val="1400"/>
              <a:buFont typeface="Urbanist SemiBold"/>
              <a:buNone/>
              <a:defRPr>
                <a:latin typeface="Urbanist SemiBold"/>
                <a:ea typeface="Urbanist SemiBold"/>
                <a:cs typeface="Urbanist SemiBold"/>
                <a:sym typeface="Urbanist SemiBold"/>
              </a:defRPr>
            </a:lvl4pPr>
            <a:lvl5pPr lvl="4">
              <a:spcBef>
                <a:spcPts val="0"/>
              </a:spcBef>
              <a:spcAft>
                <a:spcPts val="0"/>
              </a:spcAft>
              <a:buClr>
                <a:schemeClr val="dk1"/>
              </a:buClr>
              <a:buSzPts val="1400"/>
              <a:buFont typeface="Urbanist SemiBold"/>
              <a:buNone/>
              <a:defRPr>
                <a:latin typeface="Urbanist SemiBold"/>
                <a:ea typeface="Urbanist SemiBold"/>
                <a:cs typeface="Urbanist SemiBold"/>
                <a:sym typeface="Urbanist SemiBold"/>
              </a:defRPr>
            </a:lvl5pPr>
            <a:lvl6pPr lvl="5">
              <a:spcBef>
                <a:spcPts val="0"/>
              </a:spcBef>
              <a:spcAft>
                <a:spcPts val="0"/>
              </a:spcAft>
              <a:buClr>
                <a:schemeClr val="dk1"/>
              </a:buClr>
              <a:buSzPts val="1400"/>
              <a:buFont typeface="Urbanist SemiBold"/>
              <a:buNone/>
              <a:defRPr>
                <a:latin typeface="Urbanist SemiBold"/>
                <a:ea typeface="Urbanist SemiBold"/>
                <a:cs typeface="Urbanist SemiBold"/>
                <a:sym typeface="Urbanist SemiBold"/>
              </a:defRPr>
            </a:lvl6pPr>
            <a:lvl7pPr lvl="6">
              <a:spcBef>
                <a:spcPts val="0"/>
              </a:spcBef>
              <a:spcAft>
                <a:spcPts val="0"/>
              </a:spcAft>
              <a:buClr>
                <a:schemeClr val="dk1"/>
              </a:buClr>
              <a:buSzPts val="1400"/>
              <a:buFont typeface="Urbanist SemiBold"/>
              <a:buNone/>
              <a:defRPr>
                <a:latin typeface="Urbanist SemiBold"/>
                <a:ea typeface="Urbanist SemiBold"/>
                <a:cs typeface="Urbanist SemiBold"/>
                <a:sym typeface="Urbanist SemiBold"/>
              </a:defRPr>
            </a:lvl7pPr>
            <a:lvl8pPr lvl="7">
              <a:spcBef>
                <a:spcPts val="0"/>
              </a:spcBef>
              <a:spcAft>
                <a:spcPts val="0"/>
              </a:spcAft>
              <a:buClr>
                <a:schemeClr val="dk1"/>
              </a:buClr>
              <a:buSzPts val="1400"/>
              <a:buFont typeface="Urbanist SemiBold"/>
              <a:buNone/>
              <a:defRPr>
                <a:latin typeface="Urbanist SemiBold"/>
                <a:ea typeface="Urbanist SemiBold"/>
                <a:cs typeface="Urbanist SemiBold"/>
                <a:sym typeface="Urbanist SemiBold"/>
              </a:defRPr>
            </a:lvl8pPr>
            <a:lvl9pPr lvl="8">
              <a:spcBef>
                <a:spcPts val="0"/>
              </a:spcBef>
              <a:spcAft>
                <a:spcPts val="0"/>
              </a:spcAft>
              <a:buClr>
                <a:schemeClr val="dk1"/>
              </a:buClr>
              <a:buSzPts val="1400"/>
              <a:buFont typeface="Urbanist SemiBold"/>
              <a:buNone/>
              <a:defRPr>
                <a:latin typeface="Urbanist SemiBold"/>
                <a:ea typeface="Urbanist SemiBold"/>
                <a:cs typeface="Urbanist SemiBold"/>
                <a:sym typeface="Urbanist SemiBold"/>
              </a:defRPr>
            </a:lvl9pPr>
          </a:lstStyle>
          <a:p/>
        </p:txBody>
      </p:sp>
      <p:sp>
        <p:nvSpPr>
          <p:cNvPr id="120" name="Google Shape;120;p14"/>
          <p:cNvSpPr txBox="1"/>
          <p:nvPr>
            <p:ph idx="6" type="subTitle"/>
          </p:nvPr>
        </p:nvSpPr>
        <p:spPr>
          <a:xfrm>
            <a:off x="7447050" y="1884600"/>
            <a:ext cx="1392300" cy="5754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dk1"/>
              </a:buClr>
              <a:buSzPts val="1400"/>
              <a:buFont typeface="Urbanist SemiBold"/>
              <a:buNone/>
              <a:defRPr>
                <a:latin typeface="Urbanist SemiBold"/>
                <a:ea typeface="Urbanist SemiBold"/>
                <a:cs typeface="Urbanist SemiBold"/>
                <a:sym typeface="Urbanist SemiBold"/>
              </a:defRPr>
            </a:lvl1pPr>
            <a:lvl2pPr lvl="1">
              <a:spcBef>
                <a:spcPts val="0"/>
              </a:spcBef>
              <a:spcAft>
                <a:spcPts val="0"/>
              </a:spcAft>
              <a:buClr>
                <a:schemeClr val="dk1"/>
              </a:buClr>
              <a:buSzPts val="1400"/>
              <a:buFont typeface="Urbanist SemiBold"/>
              <a:buNone/>
              <a:defRPr>
                <a:latin typeface="Urbanist SemiBold"/>
                <a:ea typeface="Urbanist SemiBold"/>
                <a:cs typeface="Urbanist SemiBold"/>
                <a:sym typeface="Urbanist SemiBold"/>
              </a:defRPr>
            </a:lvl2pPr>
            <a:lvl3pPr lvl="2">
              <a:spcBef>
                <a:spcPts val="0"/>
              </a:spcBef>
              <a:spcAft>
                <a:spcPts val="0"/>
              </a:spcAft>
              <a:buClr>
                <a:schemeClr val="dk1"/>
              </a:buClr>
              <a:buSzPts val="1400"/>
              <a:buFont typeface="Urbanist SemiBold"/>
              <a:buNone/>
              <a:defRPr>
                <a:latin typeface="Urbanist SemiBold"/>
                <a:ea typeface="Urbanist SemiBold"/>
                <a:cs typeface="Urbanist SemiBold"/>
                <a:sym typeface="Urbanist SemiBold"/>
              </a:defRPr>
            </a:lvl3pPr>
            <a:lvl4pPr lvl="3">
              <a:spcBef>
                <a:spcPts val="0"/>
              </a:spcBef>
              <a:spcAft>
                <a:spcPts val="0"/>
              </a:spcAft>
              <a:buClr>
                <a:schemeClr val="dk1"/>
              </a:buClr>
              <a:buSzPts val="1400"/>
              <a:buFont typeface="Urbanist SemiBold"/>
              <a:buNone/>
              <a:defRPr>
                <a:latin typeface="Urbanist SemiBold"/>
                <a:ea typeface="Urbanist SemiBold"/>
                <a:cs typeface="Urbanist SemiBold"/>
                <a:sym typeface="Urbanist SemiBold"/>
              </a:defRPr>
            </a:lvl4pPr>
            <a:lvl5pPr lvl="4">
              <a:spcBef>
                <a:spcPts val="0"/>
              </a:spcBef>
              <a:spcAft>
                <a:spcPts val="0"/>
              </a:spcAft>
              <a:buClr>
                <a:schemeClr val="dk1"/>
              </a:buClr>
              <a:buSzPts val="1400"/>
              <a:buFont typeface="Urbanist SemiBold"/>
              <a:buNone/>
              <a:defRPr>
                <a:latin typeface="Urbanist SemiBold"/>
                <a:ea typeface="Urbanist SemiBold"/>
                <a:cs typeface="Urbanist SemiBold"/>
                <a:sym typeface="Urbanist SemiBold"/>
              </a:defRPr>
            </a:lvl5pPr>
            <a:lvl6pPr lvl="5">
              <a:spcBef>
                <a:spcPts val="0"/>
              </a:spcBef>
              <a:spcAft>
                <a:spcPts val="0"/>
              </a:spcAft>
              <a:buClr>
                <a:schemeClr val="dk1"/>
              </a:buClr>
              <a:buSzPts val="1400"/>
              <a:buFont typeface="Urbanist SemiBold"/>
              <a:buNone/>
              <a:defRPr>
                <a:latin typeface="Urbanist SemiBold"/>
                <a:ea typeface="Urbanist SemiBold"/>
                <a:cs typeface="Urbanist SemiBold"/>
                <a:sym typeface="Urbanist SemiBold"/>
              </a:defRPr>
            </a:lvl6pPr>
            <a:lvl7pPr lvl="6">
              <a:spcBef>
                <a:spcPts val="0"/>
              </a:spcBef>
              <a:spcAft>
                <a:spcPts val="0"/>
              </a:spcAft>
              <a:buClr>
                <a:schemeClr val="dk1"/>
              </a:buClr>
              <a:buSzPts val="1400"/>
              <a:buFont typeface="Urbanist SemiBold"/>
              <a:buNone/>
              <a:defRPr>
                <a:latin typeface="Urbanist SemiBold"/>
                <a:ea typeface="Urbanist SemiBold"/>
                <a:cs typeface="Urbanist SemiBold"/>
                <a:sym typeface="Urbanist SemiBold"/>
              </a:defRPr>
            </a:lvl7pPr>
            <a:lvl8pPr lvl="7">
              <a:spcBef>
                <a:spcPts val="0"/>
              </a:spcBef>
              <a:spcAft>
                <a:spcPts val="0"/>
              </a:spcAft>
              <a:buClr>
                <a:schemeClr val="dk1"/>
              </a:buClr>
              <a:buSzPts val="1400"/>
              <a:buFont typeface="Urbanist SemiBold"/>
              <a:buNone/>
              <a:defRPr>
                <a:latin typeface="Urbanist SemiBold"/>
                <a:ea typeface="Urbanist SemiBold"/>
                <a:cs typeface="Urbanist SemiBold"/>
                <a:sym typeface="Urbanist SemiBold"/>
              </a:defRPr>
            </a:lvl8pPr>
            <a:lvl9pPr lvl="8">
              <a:spcBef>
                <a:spcPts val="0"/>
              </a:spcBef>
              <a:spcAft>
                <a:spcPts val="0"/>
              </a:spcAft>
              <a:buClr>
                <a:schemeClr val="dk1"/>
              </a:buClr>
              <a:buSzPts val="1400"/>
              <a:buFont typeface="Urbanist SemiBold"/>
              <a:buNone/>
              <a:defRPr>
                <a:latin typeface="Urbanist SemiBold"/>
                <a:ea typeface="Urbanist SemiBold"/>
                <a:cs typeface="Urbanist SemiBold"/>
                <a:sym typeface="Urbanist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2">
    <p:spTree>
      <p:nvGrpSpPr>
        <p:cNvPr id="121" name="Shape 121"/>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3">
    <p:bg>
      <p:bgPr>
        <a:solidFill>
          <a:schemeClr val="lt2"/>
        </a:solidFill>
      </p:bgPr>
    </p:bg>
    <p:spTree>
      <p:nvGrpSpPr>
        <p:cNvPr id="122" name="Shape 122"/>
        <p:cNvGrpSpPr/>
        <p:nvPr/>
      </p:nvGrpSpPr>
      <p:grpSpPr>
        <a:xfrm>
          <a:off x="0" y="0"/>
          <a:ext cx="0" cy="0"/>
          <a:chOff x="0" y="0"/>
          <a:chExt cx="0" cy="0"/>
        </a:xfrm>
      </p:grpSpPr>
      <p:sp>
        <p:nvSpPr>
          <p:cNvPr id="123" name="Google Shape;123;p16"/>
          <p:cNvSpPr txBox="1"/>
          <p:nvPr>
            <p:ph type="title"/>
          </p:nvPr>
        </p:nvSpPr>
        <p:spPr>
          <a:xfrm>
            <a:off x="228600" y="155500"/>
            <a:ext cx="8687100" cy="4688400"/>
          </a:xfrm>
          <a:prstGeom prst="rect">
            <a:avLst/>
          </a:prstGeom>
        </p:spPr>
        <p:txBody>
          <a:bodyPr anchorCtr="0" anchor="t" bIns="91425" lIns="91425" spcFirstLastPara="1" rIns="91425" wrap="square" tIns="91425">
            <a:normAutofit/>
          </a:bodyPr>
          <a:lstStyle>
            <a:lvl1pPr lvl="0" algn="ctr">
              <a:lnSpc>
                <a:spcPct val="85000"/>
              </a:lnSpc>
              <a:spcBef>
                <a:spcPts val="0"/>
              </a:spcBef>
              <a:spcAft>
                <a:spcPts val="0"/>
              </a:spcAft>
              <a:buClr>
                <a:schemeClr val="dk1"/>
              </a:buClr>
              <a:buSzPts val="20000"/>
              <a:buFont typeface="Oswald"/>
              <a:buNone/>
              <a:defRPr sz="20000"/>
            </a:lvl1pPr>
            <a:lvl2pPr lvl="1" algn="ctr">
              <a:lnSpc>
                <a:spcPct val="85000"/>
              </a:lnSpc>
              <a:spcBef>
                <a:spcPts val="0"/>
              </a:spcBef>
              <a:spcAft>
                <a:spcPts val="0"/>
              </a:spcAft>
              <a:buClr>
                <a:schemeClr val="dk1"/>
              </a:buClr>
              <a:buSzPts val="20000"/>
              <a:buFont typeface="Oswald"/>
              <a:buNone/>
              <a:defRPr sz="20000"/>
            </a:lvl2pPr>
            <a:lvl3pPr lvl="2" algn="ctr">
              <a:lnSpc>
                <a:spcPct val="85000"/>
              </a:lnSpc>
              <a:spcBef>
                <a:spcPts val="0"/>
              </a:spcBef>
              <a:spcAft>
                <a:spcPts val="0"/>
              </a:spcAft>
              <a:buClr>
                <a:schemeClr val="dk1"/>
              </a:buClr>
              <a:buSzPts val="20000"/>
              <a:buFont typeface="Oswald"/>
              <a:buNone/>
              <a:defRPr sz="20000"/>
            </a:lvl3pPr>
            <a:lvl4pPr lvl="3" algn="ctr">
              <a:lnSpc>
                <a:spcPct val="85000"/>
              </a:lnSpc>
              <a:spcBef>
                <a:spcPts val="0"/>
              </a:spcBef>
              <a:spcAft>
                <a:spcPts val="0"/>
              </a:spcAft>
              <a:buClr>
                <a:schemeClr val="dk1"/>
              </a:buClr>
              <a:buSzPts val="20000"/>
              <a:buFont typeface="Oswald"/>
              <a:buNone/>
              <a:defRPr sz="20000"/>
            </a:lvl4pPr>
            <a:lvl5pPr lvl="4" algn="ctr">
              <a:lnSpc>
                <a:spcPct val="85000"/>
              </a:lnSpc>
              <a:spcBef>
                <a:spcPts val="0"/>
              </a:spcBef>
              <a:spcAft>
                <a:spcPts val="0"/>
              </a:spcAft>
              <a:buClr>
                <a:schemeClr val="dk1"/>
              </a:buClr>
              <a:buSzPts val="20000"/>
              <a:buFont typeface="Oswald"/>
              <a:buNone/>
              <a:defRPr sz="20000"/>
            </a:lvl5pPr>
            <a:lvl6pPr lvl="5" algn="ctr">
              <a:lnSpc>
                <a:spcPct val="85000"/>
              </a:lnSpc>
              <a:spcBef>
                <a:spcPts val="0"/>
              </a:spcBef>
              <a:spcAft>
                <a:spcPts val="0"/>
              </a:spcAft>
              <a:buClr>
                <a:schemeClr val="dk1"/>
              </a:buClr>
              <a:buSzPts val="20000"/>
              <a:buFont typeface="Oswald"/>
              <a:buNone/>
              <a:defRPr sz="20000"/>
            </a:lvl6pPr>
            <a:lvl7pPr lvl="6" algn="ctr">
              <a:lnSpc>
                <a:spcPct val="85000"/>
              </a:lnSpc>
              <a:spcBef>
                <a:spcPts val="0"/>
              </a:spcBef>
              <a:spcAft>
                <a:spcPts val="0"/>
              </a:spcAft>
              <a:buClr>
                <a:schemeClr val="dk1"/>
              </a:buClr>
              <a:buSzPts val="20000"/>
              <a:buFont typeface="Oswald"/>
              <a:buNone/>
              <a:defRPr sz="20000"/>
            </a:lvl7pPr>
            <a:lvl8pPr lvl="7" algn="ctr">
              <a:lnSpc>
                <a:spcPct val="85000"/>
              </a:lnSpc>
              <a:spcBef>
                <a:spcPts val="0"/>
              </a:spcBef>
              <a:spcAft>
                <a:spcPts val="0"/>
              </a:spcAft>
              <a:buClr>
                <a:schemeClr val="dk1"/>
              </a:buClr>
              <a:buSzPts val="20000"/>
              <a:buFont typeface="Oswald"/>
              <a:buNone/>
              <a:defRPr sz="20000"/>
            </a:lvl8pPr>
            <a:lvl9pPr lvl="8" algn="ctr">
              <a:lnSpc>
                <a:spcPct val="85000"/>
              </a:lnSpc>
              <a:spcBef>
                <a:spcPts val="0"/>
              </a:spcBef>
              <a:spcAft>
                <a:spcPts val="0"/>
              </a:spcAft>
              <a:buClr>
                <a:schemeClr val="dk1"/>
              </a:buClr>
              <a:buSzPts val="20000"/>
              <a:buFont typeface="Oswald"/>
              <a:buNone/>
              <a:defRPr sz="20000"/>
            </a:lvl9pPr>
          </a:lstStyle>
          <a:p/>
        </p:txBody>
      </p:sp>
      <p:sp>
        <p:nvSpPr>
          <p:cNvPr id="124" name="Google Shape;124;p16"/>
          <p:cNvSpPr txBox="1"/>
          <p:nvPr>
            <p:ph idx="1" type="subTitle"/>
          </p:nvPr>
        </p:nvSpPr>
        <p:spPr>
          <a:xfrm>
            <a:off x="221550" y="4565125"/>
            <a:ext cx="2086500" cy="354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Font typeface="Urbanist Black"/>
              <a:buNone/>
              <a:defRPr/>
            </a:lvl1pPr>
            <a:lvl2pPr lvl="1">
              <a:spcBef>
                <a:spcPts val="0"/>
              </a:spcBef>
              <a:spcAft>
                <a:spcPts val="0"/>
              </a:spcAft>
              <a:buClr>
                <a:schemeClr val="dk1"/>
              </a:buClr>
              <a:buSzPts val="1400"/>
              <a:buFont typeface="Urbanist Black"/>
              <a:buNone/>
              <a:defRPr/>
            </a:lvl2pPr>
            <a:lvl3pPr lvl="2">
              <a:spcBef>
                <a:spcPts val="0"/>
              </a:spcBef>
              <a:spcAft>
                <a:spcPts val="0"/>
              </a:spcAft>
              <a:buClr>
                <a:schemeClr val="dk1"/>
              </a:buClr>
              <a:buSzPts val="1400"/>
              <a:buFont typeface="Urbanist Black"/>
              <a:buNone/>
              <a:defRPr/>
            </a:lvl3pPr>
            <a:lvl4pPr lvl="3">
              <a:spcBef>
                <a:spcPts val="0"/>
              </a:spcBef>
              <a:spcAft>
                <a:spcPts val="0"/>
              </a:spcAft>
              <a:buClr>
                <a:schemeClr val="dk1"/>
              </a:buClr>
              <a:buSzPts val="1400"/>
              <a:buFont typeface="Urbanist Black"/>
              <a:buNone/>
              <a:defRPr/>
            </a:lvl4pPr>
            <a:lvl5pPr lvl="4">
              <a:spcBef>
                <a:spcPts val="0"/>
              </a:spcBef>
              <a:spcAft>
                <a:spcPts val="0"/>
              </a:spcAft>
              <a:buClr>
                <a:schemeClr val="dk1"/>
              </a:buClr>
              <a:buSzPts val="1400"/>
              <a:buFont typeface="Urbanist Black"/>
              <a:buNone/>
              <a:defRPr/>
            </a:lvl5pPr>
            <a:lvl6pPr lvl="5">
              <a:spcBef>
                <a:spcPts val="0"/>
              </a:spcBef>
              <a:spcAft>
                <a:spcPts val="0"/>
              </a:spcAft>
              <a:buClr>
                <a:schemeClr val="dk1"/>
              </a:buClr>
              <a:buSzPts val="1400"/>
              <a:buFont typeface="Urbanist Black"/>
              <a:buNone/>
              <a:defRPr/>
            </a:lvl6pPr>
            <a:lvl7pPr lvl="6">
              <a:spcBef>
                <a:spcPts val="0"/>
              </a:spcBef>
              <a:spcAft>
                <a:spcPts val="0"/>
              </a:spcAft>
              <a:buClr>
                <a:schemeClr val="dk1"/>
              </a:buClr>
              <a:buSzPts val="1400"/>
              <a:buFont typeface="Urbanist Black"/>
              <a:buNone/>
              <a:defRPr/>
            </a:lvl7pPr>
            <a:lvl8pPr lvl="7">
              <a:spcBef>
                <a:spcPts val="0"/>
              </a:spcBef>
              <a:spcAft>
                <a:spcPts val="0"/>
              </a:spcAft>
              <a:buClr>
                <a:schemeClr val="dk1"/>
              </a:buClr>
              <a:buSzPts val="1400"/>
              <a:buFont typeface="Urbanist Black"/>
              <a:buNone/>
              <a:defRPr/>
            </a:lvl8pPr>
            <a:lvl9pPr lvl="8">
              <a:spcBef>
                <a:spcPts val="0"/>
              </a:spcBef>
              <a:spcAft>
                <a:spcPts val="0"/>
              </a:spcAft>
              <a:buClr>
                <a:schemeClr val="dk1"/>
              </a:buClr>
              <a:buSzPts val="1400"/>
              <a:buFont typeface="Urbanist Black"/>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4">
    <p:bg>
      <p:bgPr>
        <a:solidFill>
          <a:schemeClr val="lt1"/>
        </a:solidFill>
      </p:bgPr>
    </p:bg>
    <p:spTree>
      <p:nvGrpSpPr>
        <p:cNvPr id="125" name="Shape 125"/>
        <p:cNvGrpSpPr/>
        <p:nvPr/>
      </p:nvGrpSpPr>
      <p:grpSpPr>
        <a:xfrm>
          <a:off x="0" y="0"/>
          <a:ext cx="0" cy="0"/>
          <a:chOff x="0" y="0"/>
          <a:chExt cx="0" cy="0"/>
        </a:xfrm>
      </p:grpSpPr>
      <p:sp>
        <p:nvSpPr>
          <p:cNvPr id="126" name="Google Shape;126;p17"/>
          <p:cNvSpPr txBox="1"/>
          <p:nvPr>
            <p:ph type="title"/>
          </p:nvPr>
        </p:nvSpPr>
        <p:spPr>
          <a:xfrm>
            <a:off x="228600" y="234925"/>
            <a:ext cx="86898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8600"/>
              <a:buFont typeface="Oswald"/>
              <a:buNone/>
              <a:defRPr sz="8600"/>
            </a:lvl1pPr>
            <a:lvl2pPr lvl="1" algn="ctr">
              <a:spcBef>
                <a:spcPts val="0"/>
              </a:spcBef>
              <a:spcAft>
                <a:spcPts val="0"/>
              </a:spcAft>
              <a:buClr>
                <a:schemeClr val="dk1"/>
              </a:buClr>
              <a:buSzPts val="9400"/>
              <a:buFont typeface="Oswald"/>
              <a:buNone/>
              <a:defRPr/>
            </a:lvl2pPr>
            <a:lvl3pPr lvl="2" algn="ctr">
              <a:spcBef>
                <a:spcPts val="0"/>
              </a:spcBef>
              <a:spcAft>
                <a:spcPts val="0"/>
              </a:spcAft>
              <a:buClr>
                <a:schemeClr val="dk1"/>
              </a:buClr>
              <a:buSzPts val="9400"/>
              <a:buFont typeface="Oswald"/>
              <a:buNone/>
              <a:defRPr/>
            </a:lvl3pPr>
            <a:lvl4pPr lvl="3" algn="ctr">
              <a:spcBef>
                <a:spcPts val="0"/>
              </a:spcBef>
              <a:spcAft>
                <a:spcPts val="0"/>
              </a:spcAft>
              <a:buClr>
                <a:schemeClr val="dk1"/>
              </a:buClr>
              <a:buSzPts val="9400"/>
              <a:buFont typeface="Oswald"/>
              <a:buNone/>
              <a:defRPr/>
            </a:lvl4pPr>
            <a:lvl5pPr lvl="4" algn="ctr">
              <a:spcBef>
                <a:spcPts val="0"/>
              </a:spcBef>
              <a:spcAft>
                <a:spcPts val="0"/>
              </a:spcAft>
              <a:buClr>
                <a:schemeClr val="dk1"/>
              </a:buClr>
              <a:buSzPts val="9400"/>
              <a:buFont typeface="Oswald"/>
              <a:buNone/>
              <a:defRPr/>
            </a:lvl5pPr>
            <a:lvl6pPr lvl="5" algn="ctr">
              <a:spcBef>
                <a:spcPts val="0"/>
              </a:spcBef>
              <a:spcAft>
                <a:spcPts val="0"/>
              </a:spcAft>
              <a:buClr>
                <a:schemeClr val="dk1"/>
              </a:buClr>
              <a:buSzPts val="9400"/>
              <a:buFont typeface="Oswald"/>
              <a:buNone/>
              <a:defRPr/>
            </a:lvl6pPr>
            <a:lvl7pPr lvl="6" algn="ctr">
              <a:spcBef>
                <a:spcPts val="0"/>
              </a:spcBef>
              <a:spcAft>
                <a:spcPts val="0"/>
              </a:spcAft>
              <a:buClr>
                <a:schemeClr val="dk1"/>
              </a:buClr>
              <a:buSzPts val="9400"/>
              <a:buFont typeface="Oswald"/>
              <a:buNone/>
              <a:defRPr/>
            </a:lvl7pPr>
            <a:lvl8pPr lvl="7" algn="ctr">
              <a:spcBef>
                <a:spcPts val="0"/>
              </a:spcBef>
              <a:spcAft>
                <a:spcPts val="0"/>
              </a:spcAft>
              <a:buClr>
                <a:schemeClr val="dk1"/>
              </a:buClr>
              <a:buSzPts val="9400"/>
              <a:buFont typeface="Oswald"/>
              <a:buNone/>
              <a:defRPr/>
            </a:lvl8pPr>
            <a:lvl9pPr lvl="8" algn="ctr">
              <a:spcBef>
                <a:spcPts val="0"/>
              </a:spcBef>
              <a:spcAft>
                <a:spcPts val="0"/>
              </a:spcAft>
              <a:buClr>
                <a:schemeClr val="dk1"/>
              </a:buClr>
              <a:buSzPts val="9400"/>
              <a:buFont typeface="Oswald"/>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5">
    <p:bg>
      <p:bgPr>
        <a:solidFill>
          <a:schemeClr val="dk2"/>
        </a:solidFill>
      </p:bgPr>
    </p:bg>
    <p:spTree>
      <p:nvGrpSpPr>
        <p:cNvPr id="127" name="Shape 127"/>
        <p:cNvGrpSpPr/>
        <p:nvPr/>
      </p:nvGrpSpPr>
      <p:grpSpPr>
        <a:xfrm>
          <a:off x="0" y="0"/>
          <a:ext cx="0" cy="0"/>
          <a:chOff x="0" y="0"/>
          <a:chExt cx="0" cy="0"/>
        </a:xfrm>
      </p:grpSpPr>
      <p:sp>
        <p:nvSpPr>
          <p:cNvPr id="128" name="Google Shape;128;p18"/>
          <p:cNvSpPr txBox="1"/>
          <p:nvPr>
            <p:ph type="title"/>
          </p:nvPr>
        </p:nvSpPr>
        <p:spPr>
          <a:xfrm>
            <a:off x="228600" y="234925"/>
            <a:ext cx="86898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8600"/>
              <a:buFont typeface="Oswald"/>
              <a:buNone/>
              <a:defRPr sz="8600">
                <a:solidFill>
                  <a:schemeClr val="lt1"/>
                </a:solidFill>
              </a:defRPr>
            </a:lvl1pPr>
            <a:lvl2pPr lvl="1" algn="ctr">
              <a:spcBef>
                <a:spcPts val="0"/>
              </a:spcBef>
              <a:spcAft>
                <a:spcPts val="0"/>
              </a:spcAft>
              <a:buClr>
                <a:schemeClr val="lt1"/>
              </a:buClr>
              <a:buSzPts val="9400"/>
              <a:buFont typeface="Oswald"/>
              <a:buNone/>
              <a:defRPr>
                <a:solidFill>
                  <a:schemeClr val="lt1"/>
                </a:solidFill>
              </a:defRPr>
            </a:lvl2pPr>
            <a:lvl3pPr lvl="2" algn="ctr">
              <a:spcBef>
                <a:spcPts val="0"/>
              </a:spcBef>
              <a:spcAft>
                <a:spcPts val="0"/>
              </a:spcAft>
              <a:buClr>
                <a:schemeClr val="lt1"/>
              </a:buClr>
              <a:buSzPts val="9400"/>
              <a:buFont typeface="Oswald"/>
              <a:buNone/>
              <a:defRPr>
                <a:solidFill>
                  <a:schemeClr val="lt1"/>
                </a:solidFill>
              </a:defRPr>
            </a:lvl3pPr>
            <a:lvl4pPr lvl="3" algn="ctr">
              <a:spcBef>
                <a:spcPts val="0"/>
              </a:spcBef>
              <a:spcAft>
                <a:spcPts val="0"/>
              </a:spcAft>
              <a:buClr>
                <a:schemeClr val="lt1"/>
              </a:buClr>
              <a:buSzPts val="9400"/>
              <a:buFont typeface="Oswald"/>
              <a:buNone/>
              <a:defRPr>
                <a:solidFill>
                  <a:schemeClr val="lt1"/>
                </a:solidFill>
              </a:defRPr>
            </a:lvl4pPr>
            <a:lvl5pPr lvl="4" algn="ctr">
              <a:spcBef>
                <a:spcPts val="0"/>
              </a:spcBef>
              <a:spcAft>
                <a:spcPts val="0"/>
              </a:spcAft>
              <a:buClr>
                <a:schemeClr val="lt1"/>
              </a:buClr>
              <a:buSzPts val="9400"/>
              <a:buFont typeface="Oswald"/>
              <a:buNone/>
              <a:defRPr>
                <a:solidFill>
                  <a:schemeClr val="lt1"/>
                </a:solidFill>
              </a:defRPr>
            </a:lvl5pPr>
            <a:lvl6pPr lvl="5" algn="ctr">
              <a:spcBef>
                <a:spcPts val="0"/>
              </a:spcBef>
              <a:spcAft>
                <a:spcPts val="0"/>
              </a:spcAft>
              <a:buClr>
                <a:schemeClr val="lt1"/>
              </a:buClr>
              <a:buSzPts val="9400"/>
              <a:buFont typeface="Oswald"/>
              <a:buNone/>
              <a:defRPr>
                <a:solidFill>
                  <a:schemeClr val="lt1"/>
                </a:solidFill>
              </a:defRPr>
            </a:lvl6pPr>
            <a:lvl7pPr lvl="6" algn="ctr">
              <a:spcBef>
                <a:spcPts val="0"/>
              </a:spcBef>
              <a:spcAft>
                <a:spcPts val="0"/>
              </a:spcAft>
              <a:buClr>
                <a:schemeClr val="lt1"/>
              </a:buClr>
              <a:buSzPts val="9400"/>
              <a:buFont typeface="Oswald"/>
              <a:buNone/>
              <a:defRPr>
                <a:solidFill>
                  <a:schemeClr val="lt1"/>
                </a:solidFill>
              </a:defRPr>
            </a:lvl7pPr>
            <a:lvl8pPr lvl="7" algn="ctr">
              <a:spcBef>
                <a:spcPts val="0"/>
              </a:spcBef>
              <a:spcAft>
                <a:spcPts val="0"/>
              </a:spcAft>
              <a:buClr>
                <a:schemeClr val="lt1"/>
              </a:buClr>
              <a:buSzPts val="9400"/>
              <a:buFont typeface="Oswald"/>
              <a:buNone/>
              <a:defRPr>
                <a:solidFill>
                  <a:schemeClr val="lt1"/>
                </a:solidFill>
              </a:defRPr>
            </a:lvl8pPr>
            <a:lvl9pPr lvl="8" algn="ctr">
              <a:spcBef>
                <a:spcPts val="0"/>
              </a:spcBef>
              <a:spcAft>
                <a:spcPts val="0"/>
              </a:spcAft>
              <a:buClr>
                <a:schemeClr val="lt1"/>
              </a:buClr>
              <a:buSzPts val="9400"/>
              <a:buFont typeface="Oswald"/>
              <a:buNone/>
              <a:defRPr>
                <a:solidFill>
                  <a:schemeClr val="lt1"/>
                </a:solidFill>
              </a:defRPr>
            </a:lvl9pPr>
          </a:lstStyle>
          <a:p/>
        </p:txBody>
      </p:sp>
      <p:sp>
        <p:nvSpPr>
          <p:cNvPr id="129" name="Google Shape;129;p18"/>
          <p:cNvSpPr txBox="1"/>
          <p:nvPr>
            <p:ph idx="1" type="body"/>
          </p:nvPr>
        </p:nvSpPr>
        <p:spPr>
          <a:xfrm>
            <a:off x="228600" y="3110625"/>
            <a:ext cx="8686800" cy="18096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Clr>
                <a:schemeClr val="lt1"/>
              </a:buClr>
              <a:buSzPts val="1400"/>
              <a:buFont typeface="Urbanist SemiBold"/>
              <a:buChar char="●"/>
              <a:defRPr>
                <a:solidFill>
                  <a:schemeClr val="lt1"/>
                </a:solidFill>
              </a:defRPr>
            </a:lvl1pPr>
            <a:lvl2pPr indent="-317500" lvl="1" marL="914400" algn="ctr">
              <a:spcBef>
                <a:spcPts val="0"/>
              </a:spcBef>
              <a:spcAft>
                <a:spcPts val="0"/>
              </a:spcAft>
              <a:buClr>
                <a:schemeClr val="lt1"/>
              </a:buClr>
              <a:buSzPts val="1400"/>
              <a:buFont typeface="Urbanist SemiBold"/>
              <a:buChar char="○"/>
              <a:defRPr>
                <a:solidFill>
                  <a:schemeClr val="lt1"/>
                </a:solidFill>
              </a:defRPr>
            </a:lvl2pPr>
            <a:lvl3pPr indent="-317500" lvl="2" marL="1371600" algn="ctr">
              <a:spcBef>
                <a:spcPts val="0"/>
              </a:spcBef>
              <a:spcAft>
                <a:spcPts val="0"/>
              </a:spcAft>
              <a:buClr>
                <a:schemeClr val="lt1"/>
              </a:buClr>
              <a:buSzPts val="1400"/>
              <a:buFont typeface="Urbanist SemiBold"/>
              <a:buChar char="■"/>
              <a:defRPr>
                <a:solidFill>
                  <a:schemeClr val="lt1"/>
                </a:solidFill>
              </a:defRPr>
            </a:lvl3pPr>
            <a:lvl4pPr indent="-317500" lvl="3" marL="1828800" algn="ctr">
              <a:spcBef>
                <a:spcPts val="0"/>
              </a:spcBef>
              <a:spcAft>
                <a:spcPts val="0"/>
              </a:spcAft>
              <a:buClr>
                <a:schemeClr val="lt1"/>
              </a:buClr>
              <a:buSzPts val="1400"/>
              <a:buFont typeface="Urbanist SemiBold"/>
              <a:buChar char="●"/>
              <a:defRPr>
                <a:solidFill>
                  <a:schemeClr val="lt1"/>
                </a:solidFill>
              </a:defRPr>
            </a:lvl4pPr>
            <a:lvl5pPr indent="-317500" lvl="4" marL="2286000" algn="ctr">
              <a:spcBef>
                <a:spcPts val="0"/>
              </a:spcBef>
              <a:spcAft>
                <a:spcPts val="0"/>
              </a:spcAft>
              <a:buClr>
                <a:schemeClr val="lt1"/>
              </a:buClr>
              <a:buSzPts val="1400"/>
              <a:buFont typeface="Urbanist SemiBold"/>
              <a:buChar char="○"/>
              <a:defRPr>
                <a:solidFill>
                  <a:schemeClr val="lt1"/>
                </a:solidFill>
              </a:defRPr>
            </a:lvl5pPr>
            <a:lvl6pPr indent="-317500" lvl="5" marL="2743200" algn="ctr">
              <a:spcBef>
                <a:spcPts val="0"/>
              </a:spcBef>
              <a:spcAft>
                <a:spcPts val="0"/>
              </a:spcAft>
              <a:buClr>
                <a:schemeClr val="lt1"/>
              </a:buClr>
              <a:buSzPts val="1400"/>
              <a:buFont typeface="Urbanist SemiBold"/>
              <a:buChar char="■"/>
              <a:defRPr>
                <a:solidFill>
                  <a:schemeClr val="lt1"/>
                </a:solidFill>
              </a:defRPr>
            </a:lvl6pPr>
            <a:lvl7pPr indent="-317500" lvl="6" marL="3200400" algn="ctr">
              <a:spcBef>
                <a:spcPts val="0"/>
              </a:spcBef>
              <a:spcAft>
                <a:spcPts val="0"/>
              </a:spcAft>
              <a:buClr>
                <a:schemeClr val="lt1"/>
              </a:buClr>
              <a:buSzPts val="1400"/>
              <a:buFont typeface="Urbanist SemiBold"/>
              <a:buChar char="●"/>
              <a:defRPr>
                <a:solidFill>
                  <a:schemeClr val="lt1"/>
                </a:solidFill>
              </a:defRPr>
            </a:lvl7pPr>
            <a:lvl8pPr indent="-317500" lvl="7" marL="3657600" algn="ctr">
              <a:spcBef>
                <a:spcPts val="0"/>
              </a:spcBef>
              <a:spcAft>
                <a:spcPts val="0"/>
              </a:spcAft>
              <a:buClr>
                <a:schemeClr val="lt1"/>
              </a:buClr>
              <a:buSzPts val="1400"/>
              <a:buFont typeface="Urbanist SemiBold"/>
              <a:buChar char="○"/>
              <a:defRPr>
                <a:solidFill>
                  <a:schemeClr val="lt1"/>
                </a:solidFill>
              </a:defRPr>
            </a:lvl8pPr>
            <a:lvl9pPr indent="-317500" lvl="8" marL="4114800" algn="ctr">
              <a:spcBef>
                <a:spcPts val="0"/>
              </a:spcBef>
              <a:spcAft>
                <a:spcPts val="0"/>
              </a:spcAft>
              <a:buClr>
                <a:schemeClr val="lt1"/>
              </a:buClr>
              <a:buSzPts val="1400"/>
              <a:buFont typeface="Urbanist SemiBold"/>
              <a:buChar char="■"/>
              <a:defRPr>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6">
    <p:bg>
      <p:bgPr>
        <a:solidFill>
          <a:schemeClr val="lt2"/>
        </a:solidFill>
      </p:bgPr>
    </p:bg>
    <p:spTree>
      <p:nvGrpSpPr>
        <p:cNvPr id="130" name="Shape 130"/>
        <p:cNvGrpSpPr/>
        <p:nvPr/>
      </p:nvGrpSpPr>
      <p:grpSpPr>
        <a:xfrm>
          <a:off x="0" y="0"/>
          <a:ext cx="0" cy="0"/>
          <a:chOff x="0" y="0"/>
          <a:chExt cx="0" cy="0"/>
        </a:xfrm>
      </p:grpSpPr>
      <p:sp>
        <p:nvSpPr>
          <p:cNvPr id="131" name="Google Shape;131;p19"/>
          <p:cNvSpPr txBox="1"/>
          <p:nvPr>
            <p:ph type="title"/>
          </p:nvPr>
        </p:nvSpPr>
        <p:spPr>
          <a:xfrm>
            <a:off x="228600" y="234925"/>
            <a:ext cx="86898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8600"/>
              <a:buFont typeface="Oswald"/>
              <a:buNone/>
              <a:defRPr sz="8600"/>
            </a:lvl1pPr>
            <a:lvl2pPr lvl="1" algn="ctr">
              <a:spcBef>
                <a:spcPts val="0"/>
              </a:spcBef>
              <a:spcAft>
                <a:spcPts val="0"/>
              </a:spcAft>
              <a:buClr>
                <a:schemeClr val="dk1"/>
              </a:buClr>
              <a:buSzPts val="9400"/>
              <a:buFont typeface="Oswald"/>
              <a:buNone/>
              <a:defRPr/>
            </a:lvl2pPr>
            <a:lvl3pPr lvl="2" algn="ctr">
              <a:spcBef>
                <a:spcPts val="0"/>
              </a:spcBef>
              <a:spcAft>
                <a:spcPts val="0"/>
              </a:spcAft>
              <a:buClr>
                <a:schemeClr val="dk1"/>
              </a:buClr>
              <a:buSzPts val="9400"/>
              <a:buFont typeface="Oswald"/>
              <a:buNone/>
              <a:defRPr/>
            </a:lvl3pPr>
            <a:lvl4pPr lvl="3" algn="ctr">
              <a:spcBef>
                <a:spcPts val="0"/>
              </a:spcBef>
              <a:spcAft>
                <a:spcPts val="0"/>
              </a:spcAft>
              <a:buClr>
                <a:schemeClr val="dk1"/>
              </a:buClr>
              <a:buSzPts val="9400"/>
              <a:buFont typeface="Oswald"/>
              <a:buNone/>
              <a:defRPr/>
            </a:lvl4pPr>
            <a:lvl5pPr lvl="4" algn="ctr">
              <a:spcBef>
                <a:spcPts val="0"/>
              </a:spcBef>
              <a:spcAft>
                <a:spcPts val="0"/>
              </a:spcAft>
              <a:buClr>
                <a:schemeClr val="dk1"/>
              </a:buClr>
              <a:buSzPts val="9400"/>
              <a:buFont typeface="Oswald"/>
              <a:buNone/>
              <a:defRPr/>
            </a:lvl5pPr>
            <a:lvl6pPr lvl="5" algn="ctr">
              <a:spcBef>
                <a:spcPts val="0"/>
              </a:spcBef>
              <a:spcAft>
                <a:spcPts val="0"/>
              </a:spcAft>
              <a:buClr>
                <a:schemeClr val="dk1"/>
              </a:buClr>
              <a:buSzPts val="9400"/>
              <a:buFont typeface="Oswald"/>
              <a:buNone/>
              <a:defRPr/>
            </a:lvl6pPr>
            <a:lvl7pPr lvl="6" algn="ctr">
              <a:spcBef>
                <a:spcPts val="0"/>
              </a:spcBef>
              <a:spcAft>
                <a:spcPts val="0"/>
              </a:spcAft>
              <a:buClr>
                <a:schemeClr val="dk1"/>
              </a:buClr>
              <a:buSzPts val="9400"/>
              <a:buFont typeface="Oswald"/>
              <a:buNone/>
              <a:defRPr/>
            </a:lvl7pPr>
            <a:lvl8pPr lvl="7" algn="ctr">
              <a:spcBef>
                <a:spcPts val="0"/>
              </a:spcBef>
              <a:spcAft>
                <a:spcPts val="0"/>
              </a:spcAft>
              <a:buClr>
                <a:schemeClr val="dk1"/>
              </a:buClr>
              <a:buSzPts val="9400"/>
              <a:buFont typeface="Oswald"/>
              <a:buNone/>
              <a:defRPr/>
            </a:lvl8pPr>
            <a:lvl9pPr lvl="8" algn="ctr">
              <a:spcBef>
                <a:spcPts val="0"/>
              </a:spcBef>
              <a:spcAft>
                <a:spcPts val="0"/>
              </a:spcAft>
              <a:buClr>
                <a:schemeClr val="dk1"/>
              </a:buClr>
              <a:buSzPts val="9400"/>
              <a:buFont typeface="Oswald"/>
              <a:buNone/>
              <a:defRPr/>
            </a:lvl9pPr>
          </a:lstStyle>
          <a:p/>
        </p:txBody>
      </p:sp>
      <p:sp>
        <p:nvSpPr>
          <p:cNvPr id="132" name="Google Shape;132;p19"/>
          <p:cNvSpPr txBox="1"/>
          <p:nvPr>
            <p:ph idx="1" type="body"/>
          </p:nvPr>
        </p:nvSpPr>
        <p:spPr>
          <a:xfrm>
            <a:off x="2736600" y="4068300"/>
            <a:ext cx="3670800" cy="8520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Clr>
                <a:schemeClr val="dk1"/>
              </a:buClr>
              <a:buSzPts val="1400"/>
              <a:buFont typeface="Urbanist SemiBold"/>
              <a:buChar char="●"/>
              <a:defRPr/>
            </a:lvl1pPr>
            <a:lvl2pPr indent="-317500" lvl="1" marL="914400" algn="ctr">
              <a:spcBef>
                <a:spcPts val="0"/>
              </a:spcBef>
              <a:spcAft>
                <a:spcPts val="0"/>
              </a:spcAft>
              <a:buClr>
                <a:schemeClr val="dk1"/>
              </a:buClr>
              <a:buSzPts val="1400"/>
              <a:buFont typeface="Urbanist SemiBold"/>
              <a:buChar char="○"/>
              <a:defRPr/>
            </a:lvl2pPr>
            <a:lvl3pPr indent="-317500" lvl="2" marL="1371600" algn="ctr">
              <a:spcBef>
                <a:spcPts val="0"/>
              </a:spcBef>
              <a:spcAft>
                <a:spcPts val="0"/>
              </a:spcAft>
              <a:buClr>
                <a:schemeClr val="dk1"/>
              </a:buClr>
              <a:buSzPts val="1400"/>
              <a:buFont typeface="Urbanist SemiBold"/>
              <a:buChar char="■"/>
              <a:defRPr/>
            </a:lvl3pPr>
            <a:lvl4pPr indent="-317500" lvl="3" marL="1828800" algn="ctr">
              <a:spcBef>
                <a:spcPts val="0"/>
              </a:spcBef>
              <a:spcAft>
                <a:spcPts val="0"/>
              </a:spcAft>
              <a:buClr>
                <a:schemeClr val="dk1"/>
              </a:buClr>
              <a:buSzPts val="1400"/>
              <a:buFont typeface="Urbanist SemiBold"/>
              <a:buChar char="●"/>
              <a:defRPr/>
            </a:lvl4pPr>
            <a:lvl5pPr indent="-317500" lvl="4" marL="2286000" algn="ctr">
              <a:spcBef>
                <a:spcPts val="0"/>
              </a:spcBef>
              <a:spcAft>
                <a:spcPts val="0"/>
              </a:spcAft>
              <a:buClr>
                <a:schemeClr val="dk1"/>
              </a:buClr>
              <a:buSzPts val="1400"/>
              <a:buFont typeface="Urbanist SemiBold"/>
              <a:buChar char="○"/>
              <a:defRPr/>
            </a:lvl5pPr>
            <a:lvl6pPr indent="-317500" lvl="5" marL="2743200" algn="ctr">
              <a:spcBef>
                <a:spcPts val="0"/>
              </a:spcBef>
              <a:spcAft>
                <a:spcPts val="0"/>
              </a:spcAft>
              <a:buClr>
                <a:schemeClr val="dk1"/>
              </a:buClr>
              <a:buSzPts val="1400"/>
              <a:buFont typeface="Urbanist SemiBold"/>
              <a:buChar char="■"/>
              <a:defRPr/>
            </a:lvl6pPr>
            <a:lvl7pPr indent="-317500" lvl="6" marL="3200400" algn="ctr">
              <a:spcBef>
                <a:spcPts val="0"/>
              </a:spcBef>
              <a:spcAft>
                <a:spcPts val="0"/>
              </a:spcAft>
              <a:buClr>
                <a:schemeClr val="dk1"/>
              </a:buClr>
              <a:buSzPts val="1400"/>
              <a:buFont typeface="Urbanist SemiBold"/>
              <a:buChar char="●"/>
              <a:defRPr/>
            </a:lvl7pPr>
            <a:lvl8pPr indent="-317500" lvl="7" marL="3657600" algn="ctr">
              <a:spcBef>
                <a:spcPts val="0"/>
              </a:spcBef>
              <a:spcAft>
                <a:spcPts val="0"/>
              </a:spcAft>
              <a:buClr>
                <a:schemeClr val="dk1"/>
              </a:buClr>
              <a:buSzPts val="1400"/>
              <a:buFont typeface="Urbanist SemiBold"/>
              <a:buChar char="○"/>
              <a:defRPr/>
            </a:lvl8pPr>
            <a:lvl9pPr indent="-317500" lvl="8" marL="4114800" algn="ctr">
              <a:spcBef>
                <a:spcPts val="0"/>
              </a:spcBef>
              <a:spcAft>
                <a:spcPts val="0"/>
              </a:spcAft>
              <a:buClr>
                <a:schemeClr val="dk1"/>
              </a:buClr>
              <a:buSzPts val="1400"/>
              <a:buFont typeface="Urbanist SemiBold"/>
              <a:buChar char="■"/>
              <a:defRPr/>
            </a:lvl9pPr>
          </a:lstStyle>
          <a:p/>
        </p:txBody>
      </p:sp>
      <p:sp>
        <p:nvSpPr>
          <p:cNvPr id="133" name="Google Shape;133;p19"/>
          <p:cNvSpPr txBox="1"/>
          <p:nvPr>
            <p:ph idx="2" type="body"/>
          </p:nvPr>
        </p:nvSpPr>
        <p:spPr>
          <a:xfrm>
            <a:off x="2736600" y="2938200"/>
            <a:ext cx="3670800" cy="8520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Clr>
                <a:schemeClr val="dk1"/>
              </a:buClr>
              <a:buSzPts val="1400"/>
              <a:buFont typeface="Urbanist SemiBold"/>
              <a:buChar char="●"/>
              <a:defRPr/>
            </a:lvl1pPr>
            <a:lvl2pPr indent="-317500" lvl="1" marL="914400" algn="ctr">
              <a:spcBef>
                <a:spcPts val="0"/>
              </a:spcBef>
              <a:spcAft>
                <a:spcPts val="0"/>
              </a:spcAft>
              <a:buClr>
                <a:schemeClr val="dk1"/>
              </a:buClr>
              <a:buSzPts val="1400"/>
              <a:buFont typeface="Urbanist SemiBold"/>
              <a:buChar char="○"/>
              <a:defRPr/>
            </a:lvl2pPr>
            <a:lvl3pPr indent="-317500" lvl="2" marL="1371600" algn="ctr">
              <a:spcBef>
                <a:spcPts val="0"/>
              </a:spcBef>
              <a:spcAft>
                <a:spcPts val="0"/>
              </a:spcAft>
              <a:buClr>
                <a:schemeClr val="dk1"/>
              </a:buClr>
              <a:buSzPts val="1400"/>
              <a:buFont typeface="Urbanist SemiBold"/>
              <a:buChar char="■"/>
              <a:defRPr/>
            </a:lvl3pPr>
            <a:lvl4pPr indent="-317500" lvl="3" marL="1828800" algn="ctr">
              <a:spcBef>
                <a:spcPts val="0"/>
              </a:spcBef>
              <a:spcAft>
                <a:spcPts val="0"/>
              </a:spcAft>
              <a:buClr>
                <a:schemeClr val="dk1"/>
              </a:buClr>
              <a:buSzPts val="1400"/>
              <a:buFont typeface="Urbanist SemiBold"/>
              <a:buChar char="●"/>
              <a:defRPr/>
            </a:lvl4pPr>
            <a:lvl5pPr indent="-317500" lvl="4" marL="2286000" algn="ctr">
              <a:spcBef>
                <a:spcPts val="0"/>
              </a:spcBef>
              <a:spcAft>
                <a:spcPts val="0"/>
              </a:spcAft>
              <a:buClr>
                <a:schemeClr val="dk1"/>
              </a:buClr>
              <a:buSzPts val="1400"/>
              <a:buFont typeface="Urbanist SemiBold"/>
              <a:buChar char="○"/>
              <a:defRPr/>
            </a:lvl5pPr>
            <a:lvl6pPr indent="-317500" lvl="5" marL="2743200" algn="ctr">
              <a:spcBef>
                <a:spcPts val="0"/>
              </a:spcBef>
              <a:spcAft>
                <a:spcPts val="0"/>
              </a:spcAft>
              <a:buClr>
                <a:schemeClr val="dk1"/>
              </a:buClr>
              <a:buSzPts val="1400"/>
              <a:buFont typeface="Urbanist SemiBold"/>
              <a:buChar char="■"/>
              <a:defRPr/>
            </a:lvl6pPr>
            <a:lvl7pPr indent="-317500" lvl="6" marL="3200400" algn="ctr">
              <a:spcBef>
                <a:spcPts val="0"/>
              </a:spcBef>
              <a:spcAft>
                <a:spcPts val="0"/>
              </a:spcAft>
              <a:buClr>
                <a:schemeClr val="dk1"/>
              </a:buClr>
              <a:buSzPts val="1400"/>
              <a:buFont typeface="Urbanist SemiBold"/>
              <a:buChar char="●"/>
              <a:defRPr/>
            </a:lvl7pPr>
            <a:lvl8pPr indent="-317500" lvl="7" marL="3657600" algn="ctr">
              <a:spcBef>
                <a:spcPts val="0"/>
              </a:spcBef>
              <a:spcAft>
                <a:spcPts val="0"/>
              </a:spcAft>
              <a:buClr>
                <a:schemeClr val="dk1"/>
              </a:buClr>
              <a:buSzPts val="1400"/>
              <a:buFont typeface="Urbanist SemiBold"/>
              <a:buChar char="○"/>
              <a:defRPr/>
            </a:lvl8pPr>
            <a:lvl9pPr indent="-317500" lvl="8" marL="4114800" algn="ctr">
              <a:spcBef>
                <a:spcPts val="0"/>
              </a:spcBef>
              <a:spcAft>
                <a:spcPts val="0"/>
              </a:spcAft>
              <a:buClr>
                <a:schemeClr val="dk1"/>
              </a:buClr>
              <a:buSzPts val="1400"/>
              <a:buFont typeface="Urbanist SemiBold"/>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7">
    <p:bg>
      <p:bgPr>
        <a:solidFill>
          <a:schemeClr val="lt1"/>
        </a:solidFill>
      </p:bgPr>
    </p:bg>
    <p:spTree>
      <p:nvGrpSpPr>
        <p:cNvPr id="134" name="Shape 134"/>
        <p:cNvGrpSpPr/>
        <p:nvPr/>
      </p:nvGrpSpPr>
      <p:grpSpPr>
        <a:xfrm>
          <a:off x="0" y="0"/>
          <a:ext cx="0" cy="0"/>
          <a:chOff x="0" y="0"/>
          <a:chExt cx="0" cy="0"/>
        </a:xfrm>
      </p:grpSpPr>
      <p:sp>
        <p:nvSpPr>
          <p:cNvPr id="135" name="Google Shape;135;p20"/>
          <p:cNvSpPr txBox="1"/>
          <p:nvPr>
            <p:ph type="title"/>
          </p:nvPr>
        </p:nvSpPr>
        <p:spPr>
          <a:xfrm>
            <a:off x="228600" y="234925"/>
            <a:ext cx="86898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8600"/>
              <a:buFont typeface="Oswald"/>
              <a:buNone/>
              <a:defRPr sz="8600"/>
            </a:lvl1pPr>
            <a:lvl2pPr lvl="1" algn="ctr">
              <a:spcBef>
                <a:spcPts val="0"/>
              </a:spcBef>
              <a:spcAft>
                <a:spcPts val="0"/>
              </a:spcAft>
              <a:buClr>
                <a:schemeClr val="dk1"/>
              </a:buClr>
              <a:buSzPts val="9400"/>
              <a:buFont typeface="Oswald"/>
              <a:buNone/>
              <a:defRPr/>
            </a:lvl2pPr>
            <a:lvl3pPr lvl="2" algn="ctr">
              <a:spcBef>
                <a:spcPts val="0"/>
              </a:spcBef>
              <a:spcAft>
                <a:spcPts val="0"/>
              </a:spcAft>
              <a:buClr>
                <a:schemeClr val="dk1"/>
              </a:buClr>
              <a:buSzPts val="9400"/>
              <a:buFont typeface="Oswald"/>
              <a:buNone/>
              <a:defRPr/>
            </a:lvl3pPr>
            <a:lvl4pPr lvl="3" algn="ctr">
              <a:spcBef>
                <a:spcPts val="0"/>
              </a:spcBef>
              <a:spcAft>
                <a:spcPts val="0"/>
              </a:spcAft>
              <a:buClr>
                <a:schemeClr val="dk1"/>
              </a:buClr>
              <a:buSzPts val="9400"/>
              <a:buFont typeface="Oswald"/>
              <a:buNone/>
              <a:defRPr/>
            </a:lvl4pPr>
            <a:lvl5pPr lvl="4" algn="ctr">
              <a:spcBef>
                <a:spcPts val="0"/>
              </a:spcBef>
              <a:spcAft>
                <a:spcPts val="0"/>
              </a:spcAft>
              <a:buClr>
                <a:schemeClr val="dk1"/>
              </a:buClr>
              <a:buSzPts val="9400"/>
              <a:buFont typeface="Oswald"/>
              <a:buNone/>
              <a:defRPr/>
            </a:lvl5pPr>
            <a:lvl6pPr lvl="5" algn="ctr">
              <a:spcBef>
                <a:spcPts val="0"/>
              </a:spcBef>
              <a:spcAft>
                <a:spcPts val="0"/>
              </a:spcAft>
              <a:buClr>
                <a:schemeClr val="dk1"/>
              </a:buClr>
              <a:buSzPts val="9400"/>
              <a:buFont typeface="Oswald"/>
              <a:buNone/>
              <a:defRPr/>
            </a:lvl6pPr>
            <a:lvl7pPr lvl="6" algn="ctr">
              <a:spcBef>
                <a:spcPts val="0"/>
              </a:spcBef>
              <a:spcAft>
                <a:spcPts val="0"/>
              </a:spcAft>
              <a:buClr>
                <a:schemeClr val="dk1"/>
              </a:buClr>
              <a:buSzPts val="9400"/>
              <a:buFont typeface="Oswald"/>
              <a:buNone/>
              <a:defRPr/>
            </a:lvl7pPr>
            <a:lvl8pPr lvl="7" algn="ctr">
              <a:spcBef>
                <a:spcPts val="0"/>
              </a:spcBef>
              <a:spcAft>
                <a:spcPts val="0"/>
              </a:spcAft>
              <a:buClr>
                <a:schemeClr val="dk1"/>
              </a:buClr>
              <a:buSzPts val="9400"/>
              <a:buFont typeface="Oswald"/>
              <a:buNone/>
              <a:defRPr/>
            </a:lvl8pPr>
            <a:lvl9pPr lvl="8" algn="ctr">
              <a:spcBef>
                <a:spcPts val="0"/>
              </a:spcBef>
              <a:spcAft>
                <a:spcPts val="0"/>
              </a:spcAft>
              <a:buClr>
                <a:schemeClr val="dk1"/>
              </a:buClr>
              <a:buSzPts val="9400"/>
              <a:buFont typeface="Oswald"/>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CUSTOM_8">
    <p:bg>
      <p:bgPr>
        <a:solidFill>
          <a:schemeClr val="dk2"/>
        </a:solidFill>
      </p:bgPr>
    </p:bg>
    <p:spTree>
      <p:nvGrpSpPr>
        <p:cNvPr id="136" name="Shape 136"/>
        <p:cNvGrpSpPr/>
        <p:nvPr/>
      </p:nvGrpSpPr>
      <p:grpSpPr>
        <a:xfrm>
          <a:off x="0" y="0"/>
          <a:ext cx="0" cy="0"/>
          <a:chOff x="0" y="0"/>
          <a:chExt cx="0" cy="0"/>
        </a:xfrm>
      </p:grpSpPr>
      <p:sp>
        <p:nvSpPr>
          <p:cNvPr id="137" name="Google Shape;137;p21"/>
          <p:cNvSpPr txBox="1"/>
          <p:nvPr>
            <p:ph type="title"/>
          </p:nvPr>
        </p:nvSpPr>
        <p:spPr>
          <a:xfrm>
            <a:off x="892500" y="811800"/>
            <a:ext cx="7359000" cy="18282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6000"/>
              <a:buFont typeface="Oswald"/>
              <a:buNone/>
              <a:defRPr sz="6000">
                <a:solidFill>
                  <a:schemeClr val="lt1"/>
                </a:solidFill>
              </a:defRPr>
            </a:lvl1pPr>
            <a:lvl2pPr lvl="1" algn="ctr">
              <a:spcBef>
                <a:spcPts val="0"/>
              </a:spcBef>
              <a:spcAft>
                <a:spcPts val="0"/>
              </a:spcAft>
              <a:buClr>
                <a:schemeClr val="lt1"/>
              </a:buClr>
              <a:buSzPts val="6000"/>
              <a:buFont typeface="Oswald"/>
              <a:buNone/>
              <a:defRPr sz="6000">
                <a:solidFill>
                  <a:schemeClr val="lt1"/>
                </a:solidFill>
              </a:defRPr>
            </a:lvl2pPr>
            <a:lvl3pPr lvl="2" algn="ctr">
              <a:spcBef>
                <a:spcPts val="0"/>
              </a:spcBef>
              <a:spcAft>
                <a:spcPts val="0"/>
              </a:spcAft>
              <a:buClr>
                <a:schemeClr val="lt1"/>
              </a:buClr>
              <a:buSzPts val="6000"/>
              <a:buFont typeface="Oswald"/>
              <a:buNone/>
              <a:defRPr sz="6000">
                <a:solidFill>
                  <a:schemeClr val="lt1"/>
                </a:solidFill>
              </a:defRPr>
            </a:lvl3pPr>
            <a:lvl4pPr lvl="3" algn="ctr">
              <a:spcBef>
                <a:spcPts val="0"/>
              </a:spcBef>
              <a:spcAft>
                <a:spcPts val="0"/>
              </a:spcAft>
              <a:buClr>
                <a:schemeClr val="lt1"/>
              </a:buClr>
              <a:buSzPts val="6000"/>
              <a:buFont typeface="Oswald"/>
              <a:buNone/>
              <a:defRPr sz="6000">
                <a:solidFill>
                  <a:schemeClr val="lt1"/>
                </a:solidFill>
              </a:defRPr>
            </a:lvl4pPr>
            <a:lvl5pPr lvl="4" algn="ctr">
              <a:spcBef>
                <a:spcPts val="0"/>
              </a:spcBef>
              <a:spcAft>
                <a:spcPts val="0"/>
              </a:spcAft>
              <a:buClr>
                <a:schemeClr val="lt1"/>
              </a:buClr>
              <a:buSzPts val="6000"/>
              <a:buFont typeface="Oswald"/>
              <a:buNone/>
              <a:defRPr sz="6000">
                <a:solidFill>
                  <a:schemeClr val="lt1"/>
                </a:solidFill>
              </a:defRPr>
            </a:lvl5pPr>
            <a:lvl6pPr lvl="5" algn="ctr">
              <a:spcBef>
                <a:spcPts val="0"/>
              </a:spcBef>
              <a:spcAft>
                <a:spcPts val="0"/>
              </a:spcAft>
              <a:buClr>
                <a:schemeClr val="lt1"/>
              </a:buClr>
              <a:buSzPts val="6000"/>
              <a:buFont typeface="Oswald"/>
              <a:buNone/>
              <a:defRPr sz="6000">
                <a:solidFill>
                  <a:schemeClr val="lt1"/>
                </a:solidFill>
              </a:defRPr>
            </a:lvl6pPr>
            <a:lvl7pPr lvl="6" algn="ctr">
              <a:spcBef>
                <a:spcPts val="0"/>
              </a:spcBef>
              <a:spcAft>
                <a:spcPts val="0"/>
              </a:spcAft>
              <a:buClr>
                <a:schemeClr val="lt1"/>
              </a:buClr>
              <a:buSzPts val="6000"/>
              <a:buFont typeface="Oswald"/>
              <a:buNone/>
              <a:defRPr sz="6000">
                <a:solidFill>
                  <a:schemeClr val="lt1"/>
                </a:solidFill>
              </a:defRPr>
            </a:lvl7pPr>
            <a:lvl8pPr lvl="7" algn="ctr">
              <a:spcBef>
                <a:spcPts val="0"/>
              </a:spcBef>
              <a:spcAft>
                <a:spcPts val="0"/>
              </a:spcAft>
              <a:buClr>
                <a:schemeClr val="lt1"/>
              </a:buClr>
              <a:buSzPts val="6000"/>
              <a:buFont typeface="Oswald"/>
              <a:buNone/>
              <a:defRPr sz="6000">
                <a:solidFill>
                  <a:schemeClr val="lt1"/>
                </a:solidFill>
              </a:defRPr>
            </a:lvl8pPr>
            <a:lvl9pPr lvl="8" algn="ctr">
              <a:spcBef>
                <a:spcPts val="0"/>
              </a:spcBef>
              <a:spcAft>
                <a:spcPts val="0"/>
              </a:spcAft>
              <a:buClr>
                <a:schemeClr val="lt1"/>
              </a:buClr>
              <a:buSzPts val="6000"/>
              <a:buFont typeface="Oswald"/>
              <a:buNone/>
              <a:defRPr sz="6000">
                <a:solidFill>
                  <a:schemeClr val="lt1"/>
                </a:solidFill>
              </a:defRPr>
            </a:lvl9pPr>
          </a:lstStyle>
          <a:p/>
        </p:txBody>
      </p:sp>
      <p:sp>
        <p:nvSpPr>
          <p:cNvPr id="138" name="Google Shape;138;p21"/>
          <p:cNvSpPr txBox="1"/>
          <p:nvPr>
            <p:ph idx="1" type="subTitle"/>
          </p:nvPr>
        </p:nvSpPr>
        <p:spPr>
          <a:xfrm>
            <a:off x="3528750" y="457200"/>
            <a:ext cx="2086500" cy="3549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Urbanist Black"/>
              <a:buNone/>
              <a:defRPr>
                <a:solidFill>
                  <a:schemeClr val="lt1"/>
                </a:solidFill>
              </a:defRPr>
            </a:lvl1pPr>
            <a:lvl2pPr lvl="1" algn="ctr">
              <a:spcBef>
                <a:spcPts val="0"/>
              </a:spcBef>
              <a:spcAft>
                <a:spcPts val="0"/>
              </a:spcAft>
              <a:buClr>
                <a:schemeClr val="lt1"/>
              </a:buClr>
              <a:buSzPts val="1400"/>
              <a:buFont typeface="Urbanist Black"/>
              <a:buNone/>
              <a:defRPr>
                <a:solidFill>
                  <a:schemeClr val="lt1"/>
                </a:solidFill>
              </a:defRPr>
            </a:lvl2pPr>
            <a:lvl3pPr lvl="2" algn="ctr">
              <a:spcBef>
                <a:spcPts val="0"/>
              </a:spcBef>
              <a:spcAft>
                <a:spcPts val="0"/>
              </a:spcAft>
              <a:buClr>
                <a:schemeClr val="lt1"/>
              </a:buClr>
              <a:buSzPts val="1400"/>
              <a:buFont typeface="Urbanist Black"/>
              <a:buNone/>
              <a:defRPr>
                <a:solidFill>
                  <a:schemeClr val="lt1"/>
                </a:solidFill>
              </a:defRPr>
            </a:lvl3pPr>
            <a:lvl4pPr lvl="3" algn="ctr">
              <a:spcBef>
                <a:spcPts val="0"/>
              </a:spcBef>
              <a:spcAft>
                <a:spcPts val="0"/>
              </a:spcAft>
              <a:buClr>
                <a:schemeClr val="lt1"/>
              </a:buClr>
              <a:buSzPts val="1400"/>
              <a:buFont typeface="Urbanist Black"/>
              <a:buNone/>
              <a:defRPr>
                <a:solidFill>
                  <a:schemeClr val="lt1"/>
                </a:solidFill>
              </a:defRPr>
            </a:lvl4pPr>
            <a:lvl5pPr lvl="4" algn="ctr">
              <a:spcBef>
                <a:spcPts val="0"/>
              </a:spcBef>
              <a:spcAft>
                <a:spcPts val="0"/>
              </a:spcAft>
              <a:buClr>
                <a:schemeClr val="lt1"/>
              </a:buClr>
              <a:buSzPts val="1400"/>
              <a:buFont typeface="Urbanist Black"/>
              <a:buNone/>
              <a:defRPr>
                <a:solidFill>
                  <a:schemeClr val="lt1"/>
                </a:solidFill>
              </a:defRPr>
            </a:lvl5pPr>
            <a:lvl6pPr lvl="5" algn="ctr">
              <a:spcBef>
                <a:spcPts val="0"/>
              </a:spcBef>
              <a:spcAft>
                <a:spcPts val="0"/>
              </a:spcAft>
              <a:buClr>
                <a:schemeClr val="lt1"/>
              </a:buClr>
              <a:buSzPts val="1400"/>
              <a:buFont typeface="Urbanist Black"/>
              <a:buNone/>
              <a:defRPr>
                <a:solidFill>
                  <a:schemeClr val="lt1"/>
                </a:solidFill>
              </a:defRPr>
            </a:lvl6pPr>
            <a:lvl7pPr lvl="6" algn="ctr">
              <a:spcBef>
                <a:spcPts val="0"/>
              </a:spcBef>
              <a:spcAft>
                <a:spcPts val="0"/>
              </a:spcAft>
              <a:buClr>
                <a:schemeClr val="lt1"/>
              </a:buClr>
              <a:buSzPts val="1400"/>
              <a:buFont typeface="Urbanist Black"/>
              <a:buNone/>
              <a:defRPr>
                <a:solidFill>
                  <a:schemeClr val="lt1"/>
                </a:solidFill>
              </a:defRPr>
            </a:lvl7pPr>
            <a:lvl8pPr lvl="7" algn="ctr">
              <a:spcBef>
                <a:spcPts val="0"/>
              </a:spcBef>
              <a:spcAft>
                <a:spcPts val="0"/>
              </a:spcAft>
              <a:buClr>
                <a:schemeClr val="lt1"/>
              </a:buClr>
              <a:buSzPts val="1400"/>
              <a:buFont typeface="Urbanist Black"/>
              <a:buNone/>
              <a:defRPr>
                <a:solidFill>
                  <a:schemeClr val="lt1"/>
                </a:solidFill>
              </a:defRPr>
            </a:lvl8pPr>
            <a:lvl9pPr lvl="8" algn="ctr">
              <a:spcBef>
                <a:spcPts val="0"/>
              </a:spcBef>
              <a:spcAft>
                <a:spcPts val="0"/>
              </a:spcAft>
              <a:buClr>
                <a:schemeClr val="lt1"/>
              </a:buClr>
              <a:buSzPts val="1400"/>
              <a:buFont typeface="Urbanist Black"/>
              <a:buNone/>
              <a:defRPr>
                <a:solidFill>
                  <a:schemeClr val="lt1"/>
                </a:solidFill>
              </a:defRPr>
            </a:lvl9pPr>
          </a:lstStyle>
          <a:p/>
        </p:txBody>
      </p:sp>
      <p:sp>
        <p:nvSpPr>
          <p:cNvPr id="139" name="Google Shape;139;p21"/>
          <p:cNvSpPr txBox="1"/>
          <p:nvPr>
            <p:ph idx="2" type="body"/>
          </p:nvPr>
        </p:nvSpPr>
        <p:spPr>
          <a:xfrm>
            <a:off x="892500" y="3110625"/>
            <a:ext cx="7359000" cy="18096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Clr>
                <a:schemeClr val="lt1"/>
              </a:buClr>
              <a:buSzPts val="1400"/>
              <a:buFont typeface="Urbanist SemiBold"/>
              <a:buChar char="●"/>
              <a:defRPr>
                <a:solidFill>
                  <a:schemeClr val="lt1"/>
                </a:solidFill>
              </a:defRPr>
            </a:lvl1pPr>
            <a:lvl2pPr indent="-317500" lvl="1" marL="914400" algn="ctr">
              <a:spcBef>
                <a:spcPts val="0"/>
              </a:spcBef>
              <a:spcAft>
                <a:spcPts val="0"/>
              </a:spcAft>
              <a:buClr>
                <a:schemeClr val="lt1"/>
              </a:buClr>
              <a:buSzPts val="1400"/>
              <a:buFont typeface="Urbanist SemiBold"/>
              <a:buChar char="○"/>
              <a:defRPr>
                <a:solidFill>
                  <a:schemeClr val="lt1"/>
                </a:solidFill>
              </a:defRPr>
            </a:lvl2pPr>
            <a:lvl3pPr indent="-317500" lvl="2" marL="1371600" algn="ctr">
              <a:spcBef>
                <a:spcPts val="0"/>
              </a:spcBef>
              <a:spcAft>
                <a:spcPts val="0"/>
              </a:spcAft>
              <a:buClr>
                <a:schemeClr val="lt1"/>
              </a:buClr>
              <a:buSzPts val="1400"/>
              <a:buFont typeface="Urbanist SemiBold"/>
              <a:buChar char="■"/>
              <a:defRPr>
                <a:solidFill>
                  <a:schemeClr val="lt1"/>
                </a:solidFill>
              </a:defRPr>
            </a:lvl3pPr>
            <a:lvl4pPr indent="-317500" lvl="3" marL="1828800" algn="ctr">
              <a:spcBef>
                <a:spcPts val="0"/>
              </a:spcBef>
              <a:spcAft>
                <a:spcPts val="0"/>
              </a:spcAft>
              <a:buClr>
                <a:schemeClr val="lt1"/>
              </a:buClr>
              <a:buSzPts val="1400"/>
              <a:buFont typeface="Urbanist SemiBold"/>
              <a:buChar char="●"/>
              <a:defRPr>
                <a:solidFill>
                  <a:schemeClr val="lt1"/>
                </a:solidFill>
              </a:defRPr>
            </a:lvl4pPr>
            <a:lvl5pPr indent="-317500" lvl="4" marL="2286000" algn="ctr">
              <a:spcBef>
                <a:spcPts val="0"/>
              </a:spcBef>
              <a:spcAft>
                <a:spcPts val="0"/>
              </a:spcAft>
              <a:buClr>
                <a:schemeClr val="lt1"/>
              </a:buClr>
              <a:buSzPts val="1400"/>
              <a:buFont typeface="Urbanist SemiBold"/>
              <a:buChar char="○"/>
              <a:defRPr>
                <a:solidFill>
                  <a:schemeClr val="lt1"/>
                </a:solidFill>
              </a:defRPr>
            </a:lvl5pPr>
            <a:lvl6pPr indent="-317500" lvl="5" marL="2743200" algn="ctr">
              <a:spcBef>
                <a:spcPts val="0"/>
              </a:spcBef>
              <a:spcAft>
                <a:spcPts val="0"/>
              </a:spcAft>
              <a:buClr>
                <a:schemeClr val="lt1"/>
              </a:buClr>
              <a:buSzPts val="1400"/>
              <a:buFont typeface="Urbanist SemiBold"/>
              <a:buChar char="■"/>
              <a:defRPr>
                <a:solidFill>
                  <a:schemeClr val="lt1"/>
                </a:solidFill>
              </a:defRPr>
            </a:lvl6pPr>
            <a:lvl7pPr indent="-317500" lvl="6" marL="3200400" algn="ctr">
              <a:spcBef>
                <a:spcPts val="0"/>
              </a:spcBef>
              <a:spcAft>
                <a:spcPts val="0"/>
              </a:spcAft>
              <a:buClr>
                <a:schemeClr val="lt1"/>
              </a:buClr>
              <a:buSzPts val="1400"/>
              <a:buFont typeface="Urbanist SemiBold"/>
              <a:buChar char="●"/>
              <a:defRPr>
                <a:solidFill>
                  <a:schemeClr val="lt1"/>
                </a:solidFill>
              </a:defRPr>
            </a:lvl7pPr>
            <a:lvl8pPr indent="-317500" lvl="7" marL="3657600" algn="ctr">
              <a:spcBef>
                <a:spcPts val="0"/>
              </a:spcBef>
              <a:spcAft>
                <a:spcPts val="0"/>
              </a:spcAft>
              <a:buClr>
                <a:schemeClr val="lt1"/>
              </a:buClr>
              <a:buSzPts val="1400"/>
              <a:buFont typeface="Urbanist SemiBold"/>
              <a:buChar char="○"/>
              <a:defRPr>
                <a:solidFill>
                  <a:schemeClr val="lt1"/>
                </a:solidFill>
              </a:defRPr>
            </a:lvl8pPr>
            <a:lvl9pPr indent="-317500" lvl="8" marL="4114800" algn="ctr">
              <a:spcBef>
                <a:spcPts val="0"/>
              </a:spcBef>
              <a:spcAft>
                <a:spcPts val="0"/>
              </a:spcAft>
              <a:buClr>
                <a:schemeClr val="lt1"/>
              </a:buClr>
              <a:buSzPts val="1400"/>
              <a:buFont typeface="Urbanist SemiBold"/>
              <a:buChar char="■"/>
              <a:defRPr>
                <a:solidFill>
                  <a:schemeClr val="l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9">
    <p:bg>
      <p:bgPr>
        <a:solidFill>
          <a:schemeClr val="lt2"/>
        </a:solidFill>
      </p:bgPr>
    </p:bg>
    <p:spTree>
      <p:nvGrpSpPr>
        <p:cNvPr id="140" name="Shape 140"/>
        <p:cNvGrpSpPr/>
        <p:nvPr/>
      </p:nvGrpSpPr>
      <p:grpSpPr>
        <a:xfrm>
          <a:off x="0" y="0"/>
          <a:ext cx="0" cy="0"/>
          <a:chOff x="0" y="0"/>
          <a:chExt cx="0" cy="0"/>
        </a:xfrm>
      </p:grpSpPr>
      <p:sp>
        <p:nvSpPr>
          <p:cNvPr id="141" name="Google Shape;141;p22"/>
          <p:cNvSpPr txBox="1"/>
          <p:nvPr>
            <p:ph type="title"/>
          </p:nvPr>
        </p:nvSpPr>
        <p:spPr>
          <a:xfrm>
            <a:off x="228600" y="234925"/>
            <a:ext cx="86898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8600"/>
              <a:buFont typeface="Oswald"/>
              <a:buNone/>
              <a:defRPr sz="8600"/>
            </a:lvl1pPr>
            <a:lvl2pPr lvl="1" algn="ctr">
              <a:spcBef>
                <a:spcPts val="0"/>
              </a:spcBef>
              <a:spcAft>
                <a:spcPts val="0"/>
              </a:spcAft>
              <a:buClr>
                <a:schemeClr val="dk1"/>
              </a:buClr>
              <a:buSzPts val="9400"/>
              <a:buFont typeface="Oswald"/>
              <a:buNone/>
              <a:defRPr/>
            </a:lvl2pPr>
            <a:lvl3pPr lvl="2" algn="ctr">
              <a:spcBef>
                <a:spcPts val="0"/>
              </a:spcBef>
              <a:spcAft>
                <a:spcPts val="0"/>
              </a:spcAft>
              <a:buClr>
                <a:schemeClr val="dk1"/>
              </a:buClr>
              <a:buSzPts val="9400"/>
              <a:buFont typeface="Oswald"/>
              <a:buNone/>
              <a:defRPr/>
            </a:lvl3pPr>
            <a:lvl4pPr lvl="3" algn="ctr">
              <a:spcBef>
                <a:spcPts val="0"/>
              </a:spcBef>
              <a:spcAft>
                <a:spcPts val="0"/>
              </a:spcAft>
              <a:buClr>
                <a:schemeClr val="dk1"/>
              </a:buClr>
              <a:buSzPts val="9400"/>
              <a:buFont typeface="Oswald"/>
              <a:buNone/>
              <a:defRPr/>
            </a:lvl4pPr>
            <a:lvl5pPr lvl="4" algn="ctr">
              <a:spcBef>
                <a:spcPts val="0"/>
              </a:spcBef>
              <a:spcAft>
                <a:spcPts val="0"/>
              </a:spcAft>
              <a:buClr>
                <a:schemeClr val="dk1"/>
              </a:buClr>
              <a:buSzPts val="9400"/>
              <a:buFont typeface="Oswald"/>
              <a:buNone/>
              <a:defRPr/>
            </a:lvl5pPr>
            <a:lvl6pPr lvl="5" algn="ctr">
              <a:spcBef>
                <a:spcPts val="0"/>
              </a:spcBef>
              <a:spcAft>
                <a:spcPts val="0"/>
              </a:spcAft>
              <a:buClr>
                <a:schemeClr val="dk1"/>
              </a:buClr>
              <a:buSzPts val="9400"/>
              <a:buFont typeface="Oswald"/>
              <a:buNone/>
              <a:defRPr/>
            </a:lvl6pPr>
            <a:lvl7pPr lvl="6" algn="ctr">
              <a:spcBef>
                <a:spcPts val="0"/>
              </a:spcBef>
              <a:spcAft>
                <a:spcPts val="0"/>
              </a:spcAft>
              <a:buClr>
                <a:schemeClr val="dk1"/>
              </a:buClr>
              <a:buSzPts val="9400"/>
              <a:buFont typeface="Oswald"/>
              <a:buNone/>
              <a:defRPr/>
            </a:lvl7pPr>
            <a:lvl8pPr lvl="7" algn="ctr">
              <a:spcBef>
                <a:spcPts val="0"/>
              </a:spcBef>
              <a:spcAft>
                <a:spcPts val="0"/>
              </a:spcAft>
              <a:buClr>
                <a:schemeClr val="dk1"/>
              </a:buClr>
              <a:buSzPts val="9400"/>
              <a:buFont typeface="Oswald"/>
              <a:buNone/>
              <a:defRPr/>
            </a:lvl8pPr>
            <a:lvl9pPr lvl="8" algn="ctr">
              <a:spcBef>
                <a:spcPts val="0"/>
              </a:spcBef>
              <a:spcAft>
                <a:spcPts val="0"/>
              </a:spcAft>
              <a:buClr>
                <a:schemeClr val="dk1"/>
              </a:buClr>
              <a:buSzPts val="9400"/>
              <a:buFont typeface="Oswald"/>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10">
    <p:bg>
      <p:bgPr>
        <a:solidFill>
          <a:schemeClr val="lt1"/>
        </a:solidFill>
      </p:bgPr>
    </p:bg>
    <p:spTree>
      <p:nvGrpSpPr>
        <p:cNvPr id="142" name="Shape 142"/>
        <p:cNvGrpSpPr/>
        <p:nvPr/>
      </p:nvGrpSpPr>
      <p:grpSpPr>
        <a:xfrm>
          <a:off x="0" y="0"/>
          <a:ext cx="0" cy="0"/>
          <a:chOff x="0" y="0"/>
          <a:chExt cx="0" cy="0"/>
        </a:xfrm>
      </p:grpSpPr>
      <p:sp>
        <p:nvSpPr>
          <p:cNvPr id="143" name="Google Shape;143;p23"/>
          <p:cNvSpPr txBox="1"/>
          <p:nvPr>
            <p:ph type="title"/>
          </p:nvPr>
        </p:nvSpPr>
        <p:spPr>
          <a:xfrm>
            <a:off x="839700" y="234925"/>
            <a:ext cx="74646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9400"/>
              <a:buFont typeface="Oswald"/>
              <a:buNone/>
              <a:defRPr/>
            </a:lvl1pPr>
            <a:lvl2pPr lvl="1" algn="ctr">
              <a:spcBef>
                <a:spcPts val="0"/>
              </a:spcBef>
              <a:spcAft>
                <a:spcPts val="0"/>
              </a:spcAft>
              <a:buClr>
                <a:schemeClr val="dk1"/>
              </a:buClr>
              <a:buSzPts val="9400"/>
              <a:buFont typeface="Oswald"/>
              <a:buNone/>
              <a:defRPr/>
            </a:lvl2pPr>
            <a:lvl3pPr lvl="2" algn="ctr">
              <a:spcBef>
                <a:spcPts val="0"/>
              </a:spcBef>
              <a:spcAft>
                <a:spcPts val="0"/>
              </a:spcAft>
              <a:buClr>
                <a:schemeClr val="dk1"/>
              </a:buClr>
              <a:buSzPts val="9400"/>
              <a:buFont typeface="Oswald"/>
              <a:buNone/>
              <a:defRPr/>
            </a:lvl3pPr>
            <a:lvl4pPr lvl="3" algn="ctr">
              <a:spcBef>
                <a:spcPts val="0"/>
              </a:spcBef>
              <a:spcAft>
                <a:spcPts val="0"/>
              </a:spcAft>
              <a:buClr>
                <a:schemeClr val="dk1"/>
              </a:buClr>
              <a:buSzPts val="9400"/>
              <a:buFont typeface="Oswald"/>
              <a:buNone/>
              <a:defRPr/>
            </a:lvl4pPr>
            <a:lvl5pPr lvl="4" algn="ctr">
              <a:spcBef>
                <a:spcPts val="0"/>
              </a:spcBef>
              <a:spcAft>
                <a:spcPts val="0"/>
              </a:spcAft>
              <a:buClr>
                <a:schemeClr val="dk1"/>
              </a:buClr>
              <a:buSzPts val="9400"/>
              <a:buFont typeface="Oswald"/>
              <a:buNone/>
              <a:defRPr/>
            </a:lvl5pPr>
            <a:lvl6pPr lvl="5" algn="ctr">
              <a:spcBef>
                <a:spcPts val="0"/>
              </a:spcBef>
              <a:spcAft>
                <a:spcPts val="0"/>
              </a:spcAft>
              <a:buClr>
                <a:schemeClr val="dk1"/>
              </a:buClr>
              <a:buSzPts val="9400"/>
              <a:buFont typeface="Oswald"/>
              <a:buNone/>
              <a:defRPr/>
            </a:lvl6pPr>
            <a:lvl7pPr lvl="6" algn="ctr">
              <a:spcBef>
                <a:spcPts val="0"/>
              </a:spcBef>
              <a:spcAft>
                <a:spcPts val="0"/>
              </a:spcAft>
              <a:buClr>
                <a:schemeClr val="dk1"/>
              </a:buClr>
              <a:buSzPts val="9400"/>
              <a:buFont typeface="Oswald"/>
              <a:buNone/>
              <a:defRPr/>
            </a:lvl7pPr>
            <a:lvl8pPr lvl="7" algn="ctr">
              <a:spcBef>
                <a:spcPts val="0"/>
              </a:spcBef>
              <a:spcAft>
                <a:spcPts val="0"/>
              </a:spcAft>
              <a:buClr>
                <a:schemeClr val="dk1"/>
              </a:buClr>
              <a:buSzPts val="9400"/>
              <a:buFont typeface="Oswald"/>
              <a:buNone/>
              <a:defRPr/>
            </a:lvl8pPr>
            <a:lvl9pPr lvl="8" algn="ctr">
              <a:spcBef>
                <a:spcPts val="0"/>
              </a:spcBef>
              <a:spcAft>
                <a:spcPts val="0"/>
              </a:spcAft>
              <a:buClr>
                <a:schemeClr val="dk1"/>
              </a:buClr>
              <a:buSzPts val="9400"/>
              <a:buFont typeface="Oswald"/>
              <a:buNone/>
              <a:defRPr/>
            </a:lvl9pPr>
          </a:lstStyle>
          <a:p/>
        </p:txBody>
      </p:sp>
      <p:sp>
        <p:nvSpPr>
          <p:cNvPr id="144" name="Google Shape;144;p23"/>
          <p:cNvSpPr txBox="1"/>
          <p:nvPr>
            <p:ph idx="1" type="subTitle"/>
          </p:nvPr>
        </p:nvSpPr>
        <p:spPr>
          <a:xfrm>
            <a:off x="1573900" y="1550250"/>
            <a:ext cx="5996400" cy="328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1pPr>
            <a:lvl2pPr lvl="1"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2pPr>
            <a:lvl3pPr lvl="2"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3pPr>
            <a:lvl4pPr lvl="3"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4pPr>
            <a:lvl5pPr lvl="4"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5pPr>
            <a:lvl6pPr lvl="5"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6pPr>
            <a:lvl7pPr lvl="6"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7pPr>
            <a:lvl8pPr lvl="7"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8pPr>
            <a:lvl9pPr lvl="8"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11">
    <p:bg>
      <p:bgPr>
        <a:solidFill>
          <a:schemeClr val="dk2"/>
        </a:solidFill>
      </p:bgPr>
    </p:bg>
    <p:spTree>
      <p:nvGrpSpPr>
        <p:cNvPr id="145" name="Shape 145"/>
        <p:cNvGrpSpPr/>
        <p:nvPr/>
      </p:nvGrpSpPr>
      <p:grpSpPr>
        <a:xfrm>
          <a:off x="0" y="0"/>
          <a:ext cx="0" cy="0"/>
          <a:chOff x="0" y="0"/>
          <a:chExt cx="0" cy="0"/>
        </a:xfrm>
      </p:grpSpPr>
      <p:sp>
        <p:nvSpPr>
          <p:cNvPr id="146" name="Google Shape;146;p24"/>
          <p:cNvSpPr txBox="1"/>
          <p:nvPr>
            <p:ph idx="1" type="body"/>
          </p:nvPr>
        </p:nvSpPr>
        <p:spPr>
          <a:xfrm>
            <a:off x="228600" y="3944600"/>
            <a:ext cx="8686800" cy="9756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Clr>
                <a:schemeClr val="lt1"/>
              </a:buClr>
              <a:buSzPts val="1400"/>
              <a:buFont typeface="Urbanist SemiBold"/>
              <a:buChar char="●"/>
              <a:defRPr>
                <a:solidFill>
                  <a:schemeClr val="lt1"/>
                </a:solidFill>
              </a:defRPr>
            </a:lvl1pPr>
            <a:lvl2pPr indent="-317500" lvl="1" marL="914400" algn="ctr">
              <a:spcBef>
                <a:spcPts val="0"/>
              </a:spcBef>
              <a:spcAft>
                <a:spcPts val="0"/>
              </a:spcAft>
              <a:buClr>
                <a:schemeClr val="lt1"/>
              </a:buClr>
              <a:buSzPts val="1400"/>
              <a:buFont typeface="Urbanist SemiBold"/>
              <a:buChar char="○"/>
              <a:defRPr>
                <a:solidFill>
                  <a:schemeClr val="lt1"/>
                </a:solidFill>
              </a:defRPr>
            </a:lvl2pPr>
            <a:lvl3pPr indent="-317500" lvl="2" marL="1371600" algn="ctr">
              <a:spcBef>
                <a:spcPts val="0"/>
              </a:spcBef>
              <a:spcAft>
                <a:spcPts val="0"/>
              </a:spcAft>
              <a:buClr>
                <a:schemeClr val="lt1"/>
              </a:buClr>
              <a:buSzPts val="1400"/>
              <a:buFont typeface="Urbanist SemiBold"/>
              <a:buChar char="■"/>
              <a:defRPr>
                <a:solidFill>
                  <a:schemeClr val="lt1"/>
                </a:solidFill>
              </a:defRPr>
            </a:lvl3pPr>
            <a:lvl4pPr indent="-317500" lvl="3" marL="1828800" algn="ctr">
              <a:spcBef>
                <a:spcPts val="0"/>
              </a:spcBef>
              <a:spcAft>
                <a:spcPts val="0"/>
              </a:spcAft>
              <a:buClr>
                <a:schemeClr val="lt1"/>
              </a:buClr>
              <a:buSzPts val="1400"/>
              <a:buFont typeface="Urbanist SemiBold"/>
              <a:buChar char="●"/>
              <a:defRPr>
                <a:solidFill>
                  <a:schemeClr val="lt1"/>
                </a:solidFill>
              </a:defRPr>
            </a:lvl4pPr>
            <a:lvl5pPr indent="-317500" lvl="4" marL="2286000" algn="ctr">
              <a:spcBef>
                <a:spcPts val="0"/>
              </a:spcBef>
              <a:spcAft>
                <a:spcPts val="0"/>
              </a:spcAft>
              <a:buClr>
                <a:schemeClr val="lt1"/>
              </a:buClr>
              <a:buSzPts val="1400"/>
              <a:buFont typeface="Urbanist SemiBold"/>
              <a:buChar char="○"/>
              <a:defRPr>
                <a:solidFill>
                  <a:schemeClr val="lt1"/>
                </a:solidFill>
              </a:defRPr>
            </a:lvl5pPr>
            <a:lvl6pPr indent="-317500" lvl="5" marL="2743200" algn="ctr">
              <a:spcBef>
                <a:spcPts val="0"/>
              </a:spcBef>
              <a:spcAft>
                <a:spcPts val="0"/>
              </a:spcAft>
              <a:buClr>
                <a:schemeClr val="lt1"/>
              </a:buClr>
              <a:buSzPts val="1400"/>
              <a:buFont typeface="Urbanist SemiBold"/>
              <a:buChar char="■"/>
              <a:defRPr>
                <a:solidFill>
                  <a:schemeClr val="lt1"/>
                </a:solidFill>
              </a:defRPr>
            </a:lvl6pPr>
            <a:lvl7pPr indent="-317500" lvl="6" marL="3200400" algn="ctr">
              <a:spcBef>
                <a:spcPts val="0"/>
              </a:spcBef>
              <a:spcAft>
                <a:spcPts val="0"/>
              </a:spcAft>
              <a:buClr>
                <a:schemeClr val="lt1"/>
              </a:buClr>
              <a:buSzPts val="1400"/>
              <a:buFont typeface="Urbanist SemiBold"/>
              <a:buChar char="●"/>
              <a:defRPr>
                <a:solidFill>
                  <a:schemeClr val="lt1"/>
                </a:solidFill>
              </a:defRPr>
            </a:lvl7pPr>
            <a:lvl8pPr indent="-317500" lvl="7" marL="3657600" algn="ctr">
              <a:spcBef>
                <a:spcPts val="0"/>
              </a:spcBef>
              <a:spcAft>
                <a:spcPts val="0"/>
              </a:spcAft>
              <a:buClr>
                <a:schemeClr val="lt1"/>
              </a:buClr>
              <a:buSzPts val="1400"/>
              <a:buFont typeface="Urbanist SemiBold"/>
              <a:buChar char="○"/>
              <a:defRPr>
                <a:solidFill>
                  <a:schemeClr val="lt1"/>
                </a:solidFill>
              </a:defRPr>
            </a:lvl8pPr>
            <a:lvl9pPr indent="-317500" lvl="8" marL="4114800" algn="ctr">
              <a:spcBef>
                <a:spcPts val="0"/>
              </a:spcBef>
              <a:spcAft>
                <a:spcPts val="0"/>
              </a:spcAft>
              <a:buClr>
                <a:schemeClr val="lt1"/>
              </a:buClr>
              <a:buSzPts val="1400"/>
              <a:buFont typeface="Urbanist SemiBold"/>
              <a:buChar char="■"/>
              <a:defRPr>
                <a:solidFill>
                  <a:schemeClr val="l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12">
    <p:bg>
      <p:bgPr>
        <a:solidFill>
          <a:schemeClr val="lt2"/>
        </a:solidFill>
      </p:bgPr>
    </p:bg>
    <p:spTree>
      <p:nvGrpSpPr>
        <p:cNvPr id="147" name="Shape 147"/>
        <p:cNvGrpSpPr/>
        <p:nvPr/>
      </p:nvGrpSpPr>
      <p:grpSpPr>
        <a:xfrm>
          <a:off x="0" y="0"/>
          <a:ext cx="0" cy="0"/>
          <a:chOff x="0" y="0"/>
          <a:chExt cx="0" cy="0"/>
        </a:xfrm>
      </p:grpSpPr>
      <p:sp>
        <p:nvSpPr>
          <p:cNvPr id="148" name="Google Shape;148;p25"/>
          <p:cNvSpPr txBox="1"/>
          <p:nvPr>
            <p:ph type="title"/>
          </p:nvPr>
        </p:nvSpPr>
        <p:spPr>
          <a:xfrm>
            <a:off x="225600" y="234925"/>
            <a:ext cx="8689800" cy="1311900"/>
          </a:xfrm>
          <a:prstGeom prst="rect">
            <a:avLst/>
          </a:prstGeom>
        </p:spPr>
        <p:txBody>
          <a:bodyPr anchorCtr="0" anchor="t" bIns="91425" lIns="91425" spcFirstLastPara="1" rIns="91425" wrap="square" tIns="91425">
            <a:normAutofit/>
          </a:bodyPr>
          <a:lstStyle>
            <a:lvl1pPr lvl="0" algn="ctr">
              <a:spcBef>
                <a:spcPts val="0"/>
              </a:spcBef>
              <a:spcAft>
                <a:spcPts val="0"/>
              </a:spcAft>
              <a:buSzPts val="12000"/>
              <a:buFont typeface="Oswald"/>
              <a:buNone/>
              <a:defRPr sz="12000"/>
            </a:lvl1pPr>
            <a:lvl2pPr lvl="1" algn="ctr">
              <a:spcBef>
                <a:spcPts val="0"/>
              </a:spcBef>
              <a:spcAft>
                <a:spcPts val="0"/>
              </a:spcAft>
              <a:buSzPts val="9400"/>
              <a:buFont typeface="Oswald"/>
              <a:buNone/>
              <a:defRPr/>
            </a:lvl2pPr>
            <a:lvl3pPr lvl="2" algn="ctr">
              <a:spcBef>
                <a:spcPts val="0"/>
              </a:spcBef>
              <a:spcAft>
                <a:spcPts val="0"/>
              </a:spcAft>
              <a:buSzPts val="9400"/>
              <a:buFont typeface="Oswald"/>
              <a:buNone/>
              <a:defRPr/>
            </a:lvl3pPr>
            <a:lvl4pPr lvl="3" algn="ctr">
              <a:spcBef>
                <a:spcPts val="0"/>
              </a:spcBef>
              <a:spcAft>
                <a:spcPts val="0"/>
              </a:spcAft>
              <a:buSzPts val="9400"/>
              <a:buFont typeface="Oswald"/>
              <a:buNone/>
              <a:defRPr/>
            </a:lvl4pPr>
            <a:lvl5pPr lvl="4" algn="ctr">
              <a:spcBef>
                <a:spcPts val="0"/>
              </a:spcBef>
              <a:spcAft>
                <a:spcPts val="0"/>
              </a:spcAft>
              <a:buSzPts val="9400"/>
              <a:buFont typeface="Oswald"/>
              <a:buNone/>
              <a:defRPr/>
            </a:lvl5pPr>
            <a:lvl6pPr lvl="5" algn="ctr">
              <a:spcBef>
                <a:spcPts val="0"/>
              </a:spcBef>
              <a:spcAft>
                <a:spcPts val="0"/>
              </a:spcAft>
              <a:buSzPts val="9400"/>
              <a:buFont typeface="Oswald"/>
              <a:buNone/>
              <a:defRPr/>
            </a:lvl6pPr>
            <a:lvl7pPr lvl="6" algn="ctr">
              <a:spcBef>
                <a:spcPts val="0"/>
              </a:spcBef>
              <a:spcAft>
                <a:spcPts val="0"/>
              </a:spcAft>
              <a:buSzPts val="9400"/>
              <a:buFont typeface="Oswald"/>
              <a:buNone/>
              <a:defRPr/>
            </a:lvl7pPr>
            <a:lvl8pPr lvl="7" algn="ctr">
              <a:spcBef>
                <a:spcPts val="0"/>
              </a:spcBef>
              <a:spcAft>
                <a:spcPts val="0"/>
              </a:spcAft>
              <a:buSzPts val="9400"/>
              <a:buFont typeface="Oswald"/>
              <a:buNone/>
              <a:defRPr/>
            </a:lvl8pPr>
            <a:lvl9pPr lvl="8" algn="ctr">
              <a:spcBef>
                <a:spcPts val="0"/>
              </a:spcBef>
              <a:spcAft>
                <a:spcPts val="0"/>
              </a:spcAft>
              <a:buSzPts val="9400"/>
              <a:buFont typeface="Oswald"/>
              <a:buNone/>
              <a:defRPr/>
            </a:lvl9pPr>
          </a:lstStyle>
          <a:p/>
        </p:txBody>
      </p:sp>
      <p:sp>
        <p:nvSpPr>
          <p:cNvPr id="149" name="Google Shape;149;p25"/>
          <p:cNvSpPr txBox="1"/>
          <p:nvPr>
            <p:ph idx="1" type="body"/>
          </p:nvPr>
        </p:nvSpPr>
        <p:spPr>
          <a:xfrm>
            <a:off x="228600" y="3110625"/>
            <a:ext cx="8686800" cy="18096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Font typeface="Urbanist SemiBold"/>
              <a:buChar char="●"/>
              <a:defRPr/>
            </a:lvl1pPr>
            <a:lvl2pPr indent="-317500" lvl="1" marL="914400" algn="ctr">
              <a:spcBef>
                <a:spcPts val="0"/>
              </a:spcBef>
              <a:spcAft>
                <a:spcPts val="0"/>
              </a:spcAft>
              <a:buSzPts val="1400"/>
              <a:buFont typeface="Urbanist SemiBold"/>
              <a:buChar char="○"/>
              <a:defRPr/>
            </a:lvl2pPr>
            <a:lvl3pPr indent="-317500" lvl="2" marL="1371600" algn="ctr">
              <a:spcBef>
                <a:spcPts val="0"/>
              </a:spcBef>
              <a:spcAft>
                <a:spcPts val="0"/>
              </a:spcAft>
              <a:buSzPts val="1400"/>
              <a:buFont typeface="Urbanist SemiBold"/>
              <a:buChar char="■"/>
              <a:defRPr/>
            </a:lvl3pPr>
            <a:lvl4pPr indent="-317500" lvl="3" marL="1828800" algn="ctr">
              <a:spcBef>
                <a:spcPts val="0"/>
              </a:spcBef>
              <a:spcAft>
                <a:spcPts val="0"/>
              </a:spcAft>
              <a:buSzPts val="1400"/>
              <a:buFont typeface="Urbanist SemiBold"/>
              <a:buChar char="●"/>
              <a:defRPr/>
            </a:lvl4pPr>
            <a:lvl5pPr indent="-317500" lvl="4" marL="2286000" algn="ctr">
              <a:spcBef>
                <a:spcPts val="0"/>
              </a:spcBef>
              <a:spcAft>
                <a:spcPts val="0"/>
              </a:spcAft>
              <a:buSzPts val="1400"/>
              <a:buFont typeface="Urbanist SemiBold"/>
              <a:buChar char="○"/>
              <a:defRPr/>
            </a:lvl5pPr>
            <a:lvl6pPr indent="-317500" lvl="5" marL="2743200" algn="ctr">
              <a:spcBef>
                <a:spcPts val="0"/>
              </a:spcBef>
              <a:spcAft>
                <a:spcPts val="0"/>
              </a:spcAft>
              <a:buSzPts val="1400"/>
              <a:buFont typeface="Urbanist SemiBold"/>
              <a:buChar char="■"/>
              <a:defRPr/>
            </a:lvl6pPr>
            <a:lvl7pPr indent="-317500" lvl="6" marL="3200400" algn="ctr">
              <a:spcBef>
                <a:spcPts val="0"/>
              </a:spcBef>
              <a:spcAft>
                <a:spcPts val="0"/>
              </a:spcAft>
              <a:buSzPts val="1400"/>
              <a:buFont typeface="Urbanist SemiBold"/>
              <a:buChar char="●"/>
              <a:defRPr/>
            </a:lvl7pPr>
            <a:lvl8pPr indent="-317500" lvl="7" marL="3657600" algn="ctr">
              <a:spcBef>
                <a:spcPts val="0"/>
              </a:spcBef>
              <a:spcAft>
                <a:spcPts val="0"/>
              </a:spcAft>
              <a:buSzPts val="1400"/>
              <a:buFont typeface="Urbanist SemiBold"/>
              <a:buChar char="○"/>
              <a:defRPr/>
            </a:lvl8pPr>
            <a:lvl9pPr indent="-317500" lvl="8" marL="4114800" algn="ctr">
              <a:spcBef>
                <a:spcPts val="0"/>
              </a:spcBef>
              <a:spcAft>
                <a:spcPts val="0"/>
              </a:spcAft>
              <a:buSzPts val="1400"/>
              <a:buFont typeface="Urbanist SemiBold"/>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13">
    <p:bg>
      <p:bgPr>
        <a:solidFill>
          <a:schemeClr val="lt1"/>
        </a:solidFill>
      </p:bgPr>
    </p:bg>
    <p:spTree>
      <p:nvGrpSpPr>
        <p:cNvPr id="150" name="Shape 150"/>
        <p:cNvGrpSpPr/>
        <p:nvPr/>
      </p:nvGrpSpPr>
      <p:grpSpPr>
        <a:xfrm>
          <a:off x="0" y="0"/>
          <a:ext cx="0" cy="0"/>
          <a:chOff x="0" y="0"/>
          <a:chExt cx="0" cy="0"/>
        </a:xfrm>
      </p:grpSpPr>
      <p:sp>
        <p:nvSpPr>
          <p:cNvPr id="151" name="Google Shape;151;p26"/>
          <p:cNvSpPr txBox="1"/>
          <p:nvPr>
            <p:ph type="title"/>
          </p:nvPr>
        </p:nvSpPr>
        <p:spPr>
          <a:xfrm>
            <a:off x="839700" y="234925"/>
            <a:ext cx="74646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9400"/>
              <a:buFont typeface="Oswald"/>
              <a:buNone/>
              <a:defRPr/>
            </a:lvl1pPr>
            <a:lvl2pPr lvl="1" algn="ctr">
              <a:spcBef>
                <a:spcPts val="0"/>
              </a:spcBef>
              <a:spcAft>
                <a:spcPts val="0"/>
              </a:spcAft>
              <a:buClr>
                <a:schemeClr val="dk1"/>
              </a:buClr>
              <a:buSzPts val="9400"/>
              <a:buFont typeface="Oswald"/>
              <a:buNone/>
              <a:defRPr/>
            </a:lvl2pPr>
            <a:lvl3pPr lvl="2" algn="ctr">
              <a:spcBef>
                <a:spcPts val="0"/>
              </a:spcBef>
              <a:spcAft>
                <a:spcPts val="0"/>
              </a:spcAft>
              <a:buClr>
                <a:schemeClr val="dk1"/>
              </a:buClr>
              <a:buSzPts val="9400"/>
              <a:buFont typeface="Oswald"/>
              <a:buNone/>
              <a:defRPr/>
            </a:lvl3pPr>
            <a:lvl4pPr lvl="3" algn="ctr">
              <a:spcBef>
                <a:spcPts val="0"/>
              </a:spcBef>
              <a:spcAft>
                <a:spcPts val="0"/>
              </a:spcAft>
              <a:buClr>
                <a:schemeClr val="dk1"/>
              </a:buClr>
              <a:buSzPts val="9400"/>
              <a:buFont typeface="Oswald"/>
              <a:buNone/>
              <a:defRPr/>
            </a:lvl4pPr>
            <a:lvl5pPr lvl="4" algn="ctr">
              <a:spcBef>
                <a:spcPts val="0"/>
              </a:spcBef>
              <a:spcAft>
                <a:spcPts val="0"/>
              </a:spcAft>
              <a:buClr>
                <a:schemeClr val="dk1"/>
              </a:buClr>
              <a:buSzPts val="9400"/>
              <a:buFont typeface="Oswald"/>
              <a:buNone/>
              <a:defRPr/>
            </a:lvl5pPr>
            <a:lvl6pPr lvl="5" algn="ctr">
              <a:spcBef>
                <a:spcPts val="0"/>
              </a:spcBef>
              <a:spcAft>
                <a:spcPts val="0"/>
              </a:spcAft>
              <a:buClr>
                <a:schemeClr val="dk1"/>
              </a:buClr>
              <a:buSzPts val="9400"/>
              <a:buFont typeface="Oswald"/>
              <a:buNone/>
              <a:defRPr/>
            </a:lvl6pPr>
            <a:lvl7pPr lvl="6" algn="ctr">
              <a:spcBef>
                <a:spcPts val="0"/>
              </a:spcBef>
              <a:spcAft>
                <a:spcPts val="0"/>
              </a:spcAft>
              <a:buClr>
                <a:schemeClr val="dk1"/>
              </a:buClr>
              <a:buSzPts val="9400"/>
              <a:buFont typeface="Oswald"/>
              <a:buNone/>
              <a:defRPr/>
            </a:lvl7pPr>
            <a:lvl8pPr lvl="7" algn="ctr">
              <a:spcBef>
                <a:spcPts val="0"/>
              </a:spcBef>
              <a:spcAft>
                <a:spcPts val="0"/>
              </a:spcAft>
              <a:buClr>
                <a:schemeClr val="dk1"/>
              </a:buClr>
              <a:buSzPts val="9400"/>
              <a:buFont typeface="Oswald"/>
              <a:buNone/>
              <a:defRPr/>
            </a:lvl8pPr>
            <a:lvl9pPr lvl="8" algn="ctr">
              <a:spcBef>
                <a:spcPts val="0"/>
              </a:spcBef>
              <a:spcAft>
                <a:spcPts val="0"/>
              </a:spcAft>
              <a:buClr>
                <a:schemeClr val="dk1"/>
              </a:buClr>
              <a:buSzPts val="9400"/>
              <a:buFont typeface="Oswald"/>
              <a:buNone/>
              <a:defRPr/>
            </a:lvl9pPr>
          </a:lstStyle>
          <a:p/>
        </p:txBody>
      </p:sp>
      <p:sp>
        <p:nvSpPr>
          <p:cNvPr id="152" name="Google Shape;152;p26"/>
          <p:cNvSpPr txBox="1"/>
          <p:nvPr>
            <p:ph idx="1" type="subTitle"/>
          </p:nvPr>
        </p:nvSpPr>
        <p:spPr>
          <a:xfrm>
            <a:off x="1573800" y="1550250"/>
            <a:ext cx="5996400" cy="328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1pPr>
            <a:lvl2pPr lvl="1"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2pPr>
            <a:lvl3pPr lvl="2"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3pPr>
            <a:lvl4pPr lvl="3"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4pPr>
            <a:lvl5pPr lvl="4"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5pPr>
            <a:lvl6pPr lvl="5"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6pPr>
            <a:lvl7pPr lvl="6"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7pPr>
            <a:lvl8pPr lvl="7"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8pPr>
            <a:lvl9pPr lvl="8"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9pPr>
          </a:lstStyle>
          <a:p/>
        </p:txBody>
      </p:sp>
      <p:sp>
        <p:nvSpPr>
          <p:cNvPr id="153" name="Google Shape;153;p26"/>
          <p:cNvSpPr txBox="1"/>
          <p:nvPr>
            <p:ph idx="2" type="subTitle"/>
          </p:nvPr>
        </p:nvSpPr>
        <p:spPr>
          <a:xfrm>
            <a:off x="1573800" y="2039970"/>
            <a:ext cx="5996400" cy="328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1pPr>
            <a:lvl2pPr lvl="1"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2pPr>
            <a:lvl3pPr lvl="2"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3pPr>
            <a:lvl4pPr lvl="3"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4pPr>
            <a:lvl5pPr lvl="4"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5pPr>
            <a:lvl6pPr lvl="5"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6pPr>
            <a:lvl7pPr lvl="6"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7pPr>
            <a:lvl8pPr lvl="7"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8pPr>
            <a:lvl9pPr lvl="8"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9pPr>
          </a:lstStyle>
          <a:p/>
        </p:txBody>
      </p:sp>
      <p:sp>
        <p:nvSpPr>
          <p:cNvPr id="154" name="Google Shape;154;p26"/>
          <p:cNvSpPr txBox="1"/>
          <p:nvPr>
            <p:ph idx="3" type="subTitle"/>
          </p:nvPr>
        </p:nvSpPr>
        <p:spPr>
          <a:xfrm>
            <a:off x="1573800" y="2529690"/>
            <a:ext cx="5996400" cy="328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1pPr>
            <a:lvl2pPr lvl="1"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2pPr>
            <a:lvl3pPr lvl="2"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3pPr>
            <a:lvl4pPr lvl="3"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4pPr>
            <a:lvl5pPr lvl="4"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5pPr>
            <a:lvl6pPr lvl="5"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6pPr>
            <a:lvl7pPr lvl="6"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7pPr>
            <a:lvl8pPr lvl="7"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8pPr>
            <a:lvl9pPr lvl="8"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9pPr>
          </a:lstStyle>
          <a:p/>
        </p:txBody>
      </p:sp>
      <p:sp>
        <p:nvSpPr>
          <p:cNvPr id="155" name="Google Shape;155;p26"/>
          <p:cNvSpPr txBox="1"/>
          <p:nvPr>
            <p:ph idx="4" type="subTitle"/>
          </p:nvPr>
        </p:nvSpPr>
        <p:spPr>
          <a:xfrm>
            <a:off x="1573800" y="3019410"/>
            <a:ext cx="5996400" cy="328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1pPr>
            <a:lvl2pPr lvl="1"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2pPr>
            <a:lvl3pPr lvl="2"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3pPr>
            <a:lvl4pPr lvl="3"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4pPr>
            <a:lvl5pPr lvl="4"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5pPr>
            <a:lvl6pPr lvl="5"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6pPr>
            <a:lvl7pPr lvl="6"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7pPr>
            <a:lvl8pPr lvl="7"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8pPr>
            <a:lvl9pPr lvl="8"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9pPr>
          </a:lstStyle>
          <a:p/>
        </p:txBody>
      </p:sp>
      <p:sp>
        <p:nvSpPr>
          <p:cNvPr id="156" name="Google Shape;156;p26"/>
          <p:cNvSpPr txBox="1"/>
          <p:nvPr>
            <p:ph idx="5" type="subTitle"/>
          </p:nvPr>
        </p:nvSpPr>
        <p:spPr>
          <a:xfrm>
            <a:off x="1573800" y="3509130"/>
            <a:ext cx="5996400" cy="328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1pPr>
            <a:lvl2pPr lvl="1"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2pPr>
            <a:lvl3pPr lvl="2"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3pPr>
            <a:lvl4pPr lvl="3"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4pPr>
            <a:lvl5pPr lvl="4"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5pPr>
            <a:lvl6pPr lvl="5"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6pPr>
            <a:lvl7pPr lvl="6"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7pPr>
            <a:lvl8pPr lvl="7"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8pPr>
            <a:lvl9pPr lvl="8"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9pPr>
          </a:lstStyle>
          <a:p/>
        </p:txBody>
      </p:sp>
      <p:sp>
        <p:nvSpPr>
          <p:cNvPr id="157" name="Google Shape;157;p26"/>
          <p:cNvSpPr txBox="1"/>
          <p:nvPr>
            <p:ph idx="6" type="subTitle"/>
          </p:nvPr>
        </p:nvSpPr>
        <p:spPr>
          <a:xfrm>
            <a:off x="1573800" y="3998850"/>
            <a:ext cx="5996400" cy="328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1pPr>
            <a:lvl2pPr lvl="1"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2pPr>
            <a:lvl3pPr lvl="2"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3pPr>
            <a:lvl4pPr lvl="3"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4pPr>
            <a:lvl5pPr lvl="4"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5pPr>
            <a:lvl6pPr lvl="5"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6pPr>
            <a:lvl7pPr lvl="6"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7pPr>
            <a:lvl8pPr lvl="7"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8pPr>
            <a:lvl9pPr lvl="8"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4">
    <p:bg>
      <p:bgPr>
        <a:solidFill>
          <a:schemeClr val="dk2"/>
        </a:solidFill>
      </p:bgPr>
    </p:bg>
    <p:spTree>
      <p:nvGrpSpPr>
        <p:cNvPr id="158" name="Shape 158"/>
        <p:cNvGrpSpPr/>
        <p:nvPr/>
      </p:nvGrpSpPr>
      <p:grpSpPr>
        <a:xfrm>
          <a:off x="0" y="0"/>
          <a:ext cx="0" cy="0"/>
          <a:chOff x="0" y="0"/>
          <a:chExt cx="0" cy="0"/>
        </a:xfrm>
      </p:grpSpPr>
      <p:sp>
        <p:nvSpPr>
          <p:cNvPr id="159" name="Google Shape;159;p27"/>
          <p:cNvSpPr txBox="1"/>
          <p:nvPr>
            <p:ph type="title"/>
          </p:nvPr>
        </p:nvSpPr>
        <p:spPr>
          <a:xfrm>
            <a:off x="228600" y="234925"/>
            <a:ext cx="86898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8600"/>
              <a:buFont typeface="Oswald"/>
              <a:buNone/>
              <a:defRPr sz="8600">
                <a:solidFill>
                  <a:schemeClr val="lt1"/>
                </a:solidFill>
              </a:defRPr>
            </a:lvl1pPr>
            <a:lvl2pPr lvl="1" algn="ctr">
              <a:spcBef>
                <a:spcPts val="0"/>
              </a:spcBef>
              <a:spcAft>
                <a:spcPts val="0"/>
              </a:spcAft>
              <a:buClr>
                <a:schemeClr val="lt1"/>
              </a:buClr>
              <a:buSzPts val="9400"/>
              <a:buFont typeface="Oswald"/>
              <a:buNone/>
              <a:defRPr>
                <a:solidFill>
                  <a:schemeClr val="lt1"/>
                </a:solidFill>
              </a:defRPr>
            </a:lvl2pPr>
            <a:lvl3pPr lvl="2" algn="ctr">
              <a:spcBef>
                <a:spcPts val="0"/>
              </a:spcBef>
              <a:spcAft>
                <a:spcPts val="0"/>
              </a:spcAft>
              <a:buClr>
                <a:schemeClr val="lt1"/>
              </a:buClr>
              <a:buSzPts val="9400"/>
              <a:buFont typeface="Oswald"/>
              <a:buNone/>
              <a:defRPr>
                <a:solidFill>
                  <a:schemeClr val="lt1"/>
                </a:solidFill>
              </a:defRPr>
            </a:lvl3pPr>
            <a:lvl4pPr lvl="3" algn="ctr">
              <a:spcBef>
                <a:spcPts val="0"/>
              </a:spcBef>
              <a:spcAft>
                <a:spcPts val="0"/>
              </a:spcAft>
              <a:buClr>
                <a:schemeClr val="lt1"/>
              </a:buClr>
              <a:buSzPts val="9400"/>
              <a:buFont typeface="Oswald"/>
              <a:buNone/>
              <a:defRPr>
                <a:solidFill>
                  <a:schemeClr val="lt1"/>
                </a:solidFill>
              </a:defRPr>
            </a:lvl4pPr>
            <a:lvl5pPr lvl="4" algn="ctr">
              <a:spcBef>
                <a:spcPts val="0"/>
              </a:spcBef>
              <a:spcAft>
                <a:spcPts val="0"/>
              </a:spcAft>
              <a:buClr>
                <a:schemeClr val="lt1"/>
              </a:buClr>
              <a:buSzPts val="9400"/>
              <a:buFont typeface="Oswald"/>
              <a:buNone/>
              <a:defRPr>
                <a:solidFill>
                  <a:schemeClr val="lt1"/>
                </a:solidFill>
              </a:defRPr>
            </a:lvl5pPr>
            <a:lvl6pPr lvl="5" algn="ctr">
              <a:spcBef>
                <a:spcPts val="0"/>
              </a:spcBef>
              <a:spcAft>
                <a:spcPts val="0"/>
              </a:spcAft>
              <a:buClr>
                <a:schemeClr val="lt1"/>
              </a:buClr>
              <a:buSzPts val="9400"/>
              <a:buFont typeface="Oswald"/>
              <a:buNone/>
              <a:defRPr>
                <a:solidFill>
                  <a:schemeClr val="lt1"/>
                </a:solidFill>
              </a:defRPr>
            </a:lvl6pPr>
            <a:lvl7pPr lvl="6" algn="ctr">
              <a:spcBef>
                <a:spcPts val="0"/>
              </a:spcBef>
              <a:spcAft>
                <a:spcPts val="0"/>
              </a:spcAft>
              <a:buClr>
                <a:schemeClr val="lt1"/>
              </a:buClr>
              <a:buSzPts val="9400"/>
              <a:buFont typeface="Oswald"/>
              <a:buNone/>
              <a:defRPr>
                <a:solidFill>
                  <a:schemeClr val="lt1"/>
                </a:solidFill>
              </a:defRPr>
            </a:lvl7pPr>
            <a:lvl8pPr lvl="7" algn="ctr">
              <a:spcBef>
                <a:spcPts val="0"/>
              </a:spcBef>
              <a:spcAft>
                <a:spcPts val="0"/>
              </a:spcAft>
              <a:buClr>
                <a:schemeClr val="lt1"/>
              </a:buClr>
              <a:buSzPts val="9400"/>
              <a:buFont typeface="Oswald"/>
              <a:buNone/>
              <a:defRPr>
                <a:solidFill>
                  <a:schemeClr val="lt1"/>
                </a:solidFill>
              </a:defRPr>
            </a:lvl8pPr>
            <a:lvl9pPr lvl="8" algn="ctr">
              <a:spcBef>
                <a:spcPts val="0"/>
              </a:spcBef>
              <a:spcAft>
                <a:spcPts val="0"/>
              </a:spcAft>
              <a:buClr>
                <a:schemeClr val="lt1"/>
              </a:buClr>
              <a:buSzPts val="9400"/>
              <a:buFont typeface="Oswald"/>
              <a:buNone/>
              <a:defRPr>
                <a:solidFill>
                  <a:schemeClr val="lt1"/>
                </a:solidFill>
              </a:defRPr>
            </a:lvl9pPr>
          </a:lstStyle>
          <a:p/>
        </p:txBody>
      </p:sp>
      <p:sp>
        <p:nvSpPr>
          <p:cNvPr id="160" name="Google Shape;160;p27"/>
          <p:cNvSpPr/>
          <p:nvPr>
            <p:ph idx="2" type="pic"/>
          </p:nvPr>
        </p:nvSpPr>
        <p:spPr>
          <a:xfrm>
            <a:off x="229050" y="1699937"/>
            <a:ext cx="8689800" cy="2265600"/>
          </a:xfrm>
          <a:prstGeom prst="rect">
            <a:avLst/>
          </a:prstGeom>
          <a:noFill/>
          <a:ln>
            <a:noFill/>
          </a:ln>
        </p:spPr>
      </p:sp>
      <p:sp>
        <p:nvSpPr>
          <p:cNvPr id="161" name="Google Shape;161;p27"/>
          <p:cNvSpPr txBox="1"/>
          <p:nvPr>
            <p:ph idx="1" type="body"/>
          </p:nvPr>
        </p:nvSpPr>
        <p:spPr>
          <a:xfrm>
            <a:off x="1573900" y="4089550"/>
            <a:ext cx="5996400" cy="8307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Clr>
                <a:schemeClr val="lt1"/>
              </a:buClr>
              <a:buSzPts val="1400"/>
              <a:buFont typeface="Urbanist SemiBold"/>
              <a:buChar char="●"/>
              <a:defRPr>
                <a:solidFill>
                  <a:schemeClr val="lt1"/>
                </a:solidFill>
              </a:defRPr>
            </a:lvl1pPr>
            <a:lvl2pPr indent="-317500" lvl="1" marL="914400" algn="ctr">
              <a:spcBef>
                <a:spcPts val="0"/>
              </a:spcBef>
              <a:spcAft>
                <a:spcPts val="0"/>
              </a:spcAft>
              <a:buClr>
                <a:schemeClr val="lt1"/>
              </a:buClr>
              <a:buSzPts val="1400"/>
              <a:buFont typeface="Urbanist SemiBold"/>
              <a:buChar char="○"/>
              <a:defRPr>
                <a:solidFill>
                  <a:schemeClr val="lt1"/>
                </a:solidFill>
              </a:defRPr>
            </a:lvl2pPr>
            <a:lvl3pPr indent="-317500" lvl="2" marL="1371600" algn="ctr">
              <a:spcBef>
                <a:spcPts val="0"/>
              </a:spcBef>
              <a:spcAft>
                <a:spcPts val="0"/>
              </a:spcAft>
              <a:buClr>
                <a:schemeClr val="lt1"/>
              </a:buClr>
              <a:buSzPts val="1400"/>
              <a:buFont typeface="Urbanist SemiBold"/>
              <a:buChar char="■"/>
              <a:defRPr>
                <a:solidFill>
                  <a:schemeClr val="lt1"/>
                </a:solidFill>
              </a:defRPr>
            </a:lvl3pPr>
            <a:lvl4pPr indent="-317500" lvl="3" marL="1828800" algn="ctr">
              <a:spcBef>
                <a:spcPts val="0"/>
              </a:spcBef>
              <a:spcAft>
                <a:spcPts val="0"/>
              </a:spcAft>
              <a:buClr>
                <a:schemeClr val="lt1"/>
              </a:buClr>
              <a:buSzPts val="1400"/>
              <a:buFont typeface="Urbanist SemiBold"/>
              <a:buChar char="●"/>
              <a:defRPr>
                <a:solidFill>
                  <a:schemeClr val="lt1"/>
                </a:solidFill>
              </a:defRPr>
            </a:lvl4pPr>
            <a:lvl5pPr indent="-317500" lvl="4" marL="2286000" algn="ctr">
              <a:spcBef>
                <a:spcPts val="0"/>
              </a:spcBef>
              <a:spcAft>
                <a:spcPts val="0"/>
              </a:spcAft>
              <a:buClr>
                <a:schemeClr val="lt1"/>
              </a:buClr>
              <a:buSzPts val="1400"/>
              <a:buFont typeface="Urbanist SemiBold"/>
              <a:buChar char="○"/>
              <a:defRPr>
                <a:solidFill>
                  <a:schemeClr val="lt1"/>
                </a:solidFill>
              </a:defRPr>
            </a:lvl5pPr>
            <a:lvl6pPr indent="-317500" lvl="5" marL="2743200" algn="ctr">
              <a:spcBef>
                <a:spcPts val="0"/>
              </a:spcBef>
              <a:spcAft>
                <a:spcPts val="0"/>
              </a:spcAft>
              <a:buClr>
                <a:schemeClr val="lt1"/>
              </a:buClr>
              <a:buSzPts val="1400"/>
              <a:buFont typeface="Urbanist SemiBold"/>
              <a:buChar char="■"/>
              <a:defRPr>
                <a:solidFill>
                  <a:schemeClr val="lt1"/>
                </a:solidFill>
              </a:defRPr>
            </a:lvl6pPr>
            <a:lvl7pPr indent="-317500" lvl="6" marL="3200400" algn="ctr">
              <a:spcBef>
                <a:spcPts val="0"/>
              </a:spcBef>
              <a:spcAft>
                <a:spcPts val="0"/>
              </a:spcAft>
              <a:buClr>
                <a:schemeClr val="lt1"/>
              </a:buClr>
              <a:buSzPts val="1400"/>
              <a:buFont typeface="Urbanist SemiBold"/>
              <a:buChar char="●"/>
              <a:defRPr>
                <a:solidFill>
                  <a:schemeClr val="lt1"/>
                </a:solidFill>
              </a:defRPr>
            </a:lvl7pPr>
            <a:lvl8pPr indent="-317500" lvl="7" marL="3657600" algn="ctr">
              <a:spcBef>
                <a:spcPts val="0"/>
              </a:spcBef>
              <a:spcAft>
                <a:spcPts val="0"/>
              </a:spcAft>
              <a:buClr>
                <a:schemeClr val="lt1"/>
              </a:buClr>
              <a:buSzPts val="1400"/>
              <a:buFont typeface="Urbanist SemiBold"/>
              <a:buChar char="○"/>
              <a:defRPr>
                <a:solidFill>
                  <a:schemeClr val="lt1"/>
                </a:solidFill>
              </a:defRPr>
            </a:lvl8pPr>
            <a:lvl9pPr indent="-317500" lvl="8" marL="4114800" algn="ctr">
              <a:spcBef>
                <a:spcPts val="0"/>
              </a:spcBef>
              <a:spcAft>
                <a:spcPts val="0"/>
              </a:spcAft>
              <a:buClr>
                <a:schemeClr val="lt1"/>
              </a:buClr>
              <a:buSzPts val="1400"/>
              <a:buFont typeface="Urbanist SemiBold"/>
              <a:buChar char="■"/>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5">
    <p:bg>
      <p:bgPr>
        <a:solidFill>
          <a:schemeClr val="lt2"/>
        </a:solidFill>
      </p:bgPr>
    </p:bg>
    <p:spTree>
      <p:nvGrpSpPr>
        <p:cNvPr id="162" name="Shape 162"/>
        <p:cNvGrpSpPr/>
        <p:nvPr/>
      </p:nvGrpSpPr>
      <p:grpSpPr>
        <a:xfrm>
          <a:off x="0" y="0"/>
          <a:ext cx="0" cy="0"/>
          <a:chOff x="0" y="0"/>
          <a:chExt cx="0" cy="0"/>
        </a:xfrm>
      </p:grpSpPr>
      <p:sp>
        <p:nvSpPr>
          <p:cNvPr id="163" name="Google Shape;163;p28"/>
          <p:cNvSpPr txBox="1"/>
          <p:nvPr>
            <p:ph type="title"/>
          </p:nvPr>
        </p:nvSpPr>
        <p:spPr>
          <a:xfrm>
            <a:off x="839700" y="234925"/>
            <a:ext cx="74646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9400"/>
              <a:buFont typeface="Oswald"/>
              <a:buNone/>
              <a:defRPr/>
            </a:lvl1pPr>
            <a:lvl2pPr lvl="1" algn="ctr">
              <a:spcBef>
                <a:spcPts val="0"/>
              </a:spcBef>
              <a:spcAft>
                <a:spcPts val="0"/>
              </a:spcAft>
              <a:buClr>
                <a:schemeClr val="dk1"/>
              </a:buClr>
              <a:buSzPts val="9400"/>
              <a:buFont typeface="Oswald"/>
              <a:buNone/>
              <a:defRPr/>
            </a:lvl2pPr>
            <a:lvl3pPr lvl="2" algn="ctr">
              <a:spcBef>
                <a:spcPts val="0"/>
              </a:spcBef>
              <a:spcAft>
                <a:spcPts val="0"/>
              </a:spcAft>
              <a:buClr>
                <a:schemeClr val="dk1"/>
              </a:buClr>
              <a:buSzPts val="9400"/>
              <a:buFont typeface="Oswald"/>
              <a:buNone/>
              <a:defRPr/>
            </a:lvl3pPr>
            <a:lvl4pPr lvl="3" algn="ctr">
              <a:spcBef>
                <a:spcPts val="0"/>
              </a:spcBef>
              <a:spcAft>
                <a:spcPts val="0"/>
              </a:spcAft>
              <a:buClr>
                <a:schemeClr val="dk1"/>
              </a:buClr>
              <a:buSzPts val="9400"/>
              <a:buFont typeface="Oswald"/>
              <a:buNone/>
              <a:defRPr/>
            </a:lvl4pPr>
            <a:lvl5pPr lvl="4" algn="ctr">
              <a:spcBef>
                <a:spcPts val="0"/>
              </a:spcBef>
              <a:spcAft>
                <a:spcPts val="0"/>
              </a:spcAft>
              <a:buClr>
                <a:schemeClr val="dk1"/>
              </a:buClr>
              <a:buSzPts val="9400"/>
              <a:buFont typeface="Oswald"/>
              <a:buNone/>
              <a:defRPr/>
            </a:lvl5pPr>
            <a:lvl6pPr lvl="5" algn="ctr">
              <a:spcBef>
                <a:spcPts val="0"/>
              </a:spcBef>
              <a:spcAft>
                <a:spcPts val="0"/>
              </a:spcAft>
              <a:buClr>
                <a:schemeClr val="dk1"/>
              </a:buClr>
              <a:buSzPts val="9400"/>
              <a:buFont typeface="Oswald"/>
              <a:buNone/>
              <a:defRPr/>
            </a:lvl6pPr>
            <a:lvl7pPr lvl="6" algn="ctr">
              <a:spcBef>
                <a:spcPts val="0"/>
              </a:spcBef>
              <a:spcAft>
                <a:spcPts val="0"/>
              </a:spcAft>
              <a:buClr>
                <a:schemeClr val="dk1"/>
              </a:buClr>
              <a:buSzPts val="9400"/>
              <a:buFont typeface="Oswald"/>
              <a:buNone/>
              <a:defRPr/>
            </a:lvl7pPr>
            <a:lvl8pPr lvl="7" algn="ctr">
              <a:spcBef>
                <a:spcPts val="0"/>
              </a:spcBef>
              <a:spcAft>
                <a:spcPts val="0"/>
              </a:spcAft>
              <a:buClr>
                <a:schemeClr val="dk1"/>
              </a:buClr>
              <a:buSzPts val="9400"/>
              <a:buFont typeface="Oswald"/>
              <a:buNone/>
              <a:defRPr/>
            </a:lvl8pPr>
            <a:lvl9pPr lvl="8" algn="ctr">
              <a:spcBef>
                <a:spcPts val="0"/>
              </a:spcBef>
              <a:spcAft>
                <a:spcPts val="0"/>
              </a:spcAft>
              <a:buClr>
                <a:schemeClr val="dk1"/>
              </a:buClr>
              <a:buSzPts val="9400"/>
              <a:buFont typeface="Oswald"/>
              <a:buNone/>
              <a:defRPr/>
            </a:lvl9pPr>
          </a:lstStyle>
          <a:p/>
        </p:txBody>
      </p:sp>
      <p:sp>
        <p:nvSpPr>
          <p:cNvPr id="164" name="Google Shape;164;p28"/>
          <p:cNvSpPr txBox="1"/>
          <p:nvPr>
            <p:ph idx="1" type="subTitle"/>
          </p:nvPr>
        </p:nvSpPr>
        <p:spPr>
          <a:xfrm>
            <a:off x="1573800" y="1814200"/>
            <a:ext cx="5996400" cy="328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1pPr>
            <a:lvl2pPr lvl="1"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2pPr>
            <a:lvl3pPr lvl="2"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3pPr>
            <a:lvl4pPr lvl="3"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4pPr>
            <a:lvl5pPr lvl="4"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5pPr>
            <a:lvl6pPr lvl="5"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6pPr>
            <a:lvl7pPr lvl="6"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7pPr>
            <a:lvl8pPr lvl="7"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8pPr>
            <a:lvl9pPr lvl="8"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9pPr>
          </a:lstStyle>
          <a:p/>
        </p:txBody>
      </p:sp>
      <p:sp>
        <p:nvSpPr>
          <p:cNvPr id="165" name="Google Shape;165;p28"/>
          <p:cNvSpPr txBox="1"/>
          <p:nvPr>
            <p:ph idx="2" type="body"/>
          </p:nvPr>
        </p:nvSpPr>
        <p:spPr>
          <a:xfrm>
            <a:off x="1696800" y="2262125"/>
            <a:ext cx="5750400" cy="610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Font typeface="Urbanist SemiBold"/>
              <a:buChar char="●"/>
              <a:defRPr/>
            </a:lvl1pPr>
            <a:lvl2pPr indent="-317500" lvl="1" marL="914400" algn="ctr">
              <a:spcBef>
                <a:spcPts val="0"/>
              </a:spcBef>
              <a:spcAft>
                <a:spcPts val="0"/>
              </a:spcAft>
              <a:buSzPts val="1400"/>
              <a:buFont typeface="Urbanist SemiBold"/>
              <a:buChar char="○"/>
              <a:defRPr/>
            </a:lvl2pPr>
            <a:lvl3pPr indent="-317500" lvl="2" marL="1371600" algn="ctr">
              <a:spcBef>
                <a:spcPts val="0"/>
              </a:spcBef>
              <a:spcAft>
                <a:spcPts val="0"/>
              </a:spcAft>
              <a:buSzPts val="1400"/>
              <a:buFont typeface="Urbanist SemiBold"/>
              <a:buChar char="■"/>
              <a:defRPr/>
            </a:lvl3pPr>
            <a:lvl4pPr indent="-317500" lvl="3" marL="1828800" algn="ctr">
              <a:spcBef>
                <a:spcPts val="0"/>
              </a:spcBef>
              <a:spcAft>
                <a:spcPts val="0"/>
              </a:spcAft>
              <a:buSzPts val="1400"/>
              <a:buFont typeface="Urbanist SemiBold"/>
              <a:buChar char="●"/>
              <a:defRPr/>
            </a:lvl4pPr>
            <a:lvl5pPr indent="-317500" lvl="4" marL="2286000" algn="ctr">
              <a:spcBef>
                <a:spcPts val="0"/>
              </a:spcBef>
              <a:spcAft>
                <a:spcPts val="0"/>
              </a:spcAft>
              <a:buSzPts val="1400"/>
              <a:buFont typeface="Urbanist SemiBold"/>
              <a:buChar char="○"/>
              <a:defRPr/>
            </a:lvl5pPr>
            <a:lvl6pPr indent="-317500" lvl="5" marL="2743200" algn="ctr">
              <a:spcBef>
                <a:spcPts val="0"/>
              </a:spcBef>
              <a:spcAft>
                <a:spcPts val="0"/>
              </a:spcAft>
              <a:buSzPts val="1400"/>
              <a:buFont typeface="Urbanist SemiBold"/>
              <a:buChar char="■"/>
              <a:defRPr/>
            </a:lvl6pPr>
            <a:lvl7pPr indent="-317500" lvl="6" marL="3200400" algn="ctr">
              <a:spcBef>
                <a:spcPts val="0"/>
              </a:spcBef>
              <a:spcAft>
                <a:spcPts val="0"/>
              </a:spcAft>
              <a:buSzPts val="1400"/>
              <a:buFont typeface="Urbanist SemiBold"/>
              <a:buChar char="●"/>
              <a:defRPr/>
            </a:lvl7pPr>
            <a:lvl8pPr indent="-317500" lvl="7" marL="3657600" algn="ctr">
              <a:spcBef>
                <a:spcPts val="0"/>
              </a:spcBef>
              <a:spcAft>
                <a:spcPts val="0"/>
              </a:spcAft>
              <a:buSzPts val="1400"/>
              <a:buFont typeface="Urbanist SemiBold"/>
              <a:buChar char="○"/>
              <a:defRPr/>
            </a:lvl8pPr>
            <a:lvl9pPr indent="-317500" lvl="8" marL="4114800" algn="ctr">
              <a:spcBef>
                <a:spcPts val="0"/>
              </a:spcBef>
              <a:spcAft>
                <a:spcPts val="0"/>
              </a:spcAft>
              <a:buSzPts val="1400"/>
              <a:buFont typeface="Urbanist SemiBold"/>
              <a:buChar char="■"/>
              <a:defRPr/>
            </a:lvl9pPr>
          </a:lstStyle>
          <a:p/>
        </p:txBody>
      </p:sp>
      <p:sp>
        <p:nvSpPr>
          <p:cNvPr id="166" name="Google Shape;166;p28"/>
          <p:cNvSpPr txBox="1"/>
          <p:nvPr>
            <p:ph idx="3" type="subTitle"/>
          </p:nvPr>
        </p:nvSpPr>
        <p:spPr>
          <a:xfrm>
            <a:off x="1573800" y="2992042"/>
            <a:ext cx="5996400" cy="328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1pPr>
            <a:lvl2pPr lvl="1"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2pPr>
            <a:lvl3pPr lvl="2"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3pPr>
            <a:lvl4pPr lvl="3"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4pPr>
            <a:lvl5pPr lvl="4"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5pPr>
            <a:lvl6pPr lvl="5"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6pPr>
            <a:lvl7pPr lvl="6"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7pPr>
            <a:lvl8pPr lvl="7"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8pPr>
            <a:lvl9pPr lvl="8" algn="ctr">
              <a:spcBef>
                <a:spcPts val="0"/>
              </a:spcBef>
              <a:spcAft>
                <a:spcPts val="0"/>
              </a:spcAft>
              <a:buClr>
                <a:schemeClr val="dk1"/>
              </a:buClr>
              <a:buSzPts val="1200"/>
              <a:buFont typeface="Urbanist SemiBold"/>
              <a:buNone/>
              <a:defRPr sz="1200">
                <a:latin typeface="Urbanist SemiBold"/>
                <a:ea typeface="Urbanist SemiBold"/>
                <a:cs typeface="Urbanist SemiBold"/>
                <a:sym typeface="Urbanist SemiBold"/>
              </a:defRPr>
            </a:lvl9pPr>
          </a:lstStyle>
          <a:p/>
        </p:txBody>
      </p:sp>
      <p:sp>
        <p:nvSpPr>
          <p:cNvPr id="167" name="Google Shape;167;p28"/>
          <p:cNvSpPr txBox="1"/>
          <p:nvPr>
            <p:ph idx="4" type="body"/>
          </p:nvPr>
        </p:nvSpPr>
        <p:spPr>
          <a:xfrm>
            <a:off x="1696800" y="3439967"/>
            <a:ext cx="5750400" cy="610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Font typeface="Urbanist SemiBold"/>
              <a:buChar char="●"/>
              <a:defRPr/>
            </a:lvl1pPr>
            <a:lvl2pPr indent="-317500" lvl="1" marL="914400" algn="ctr">
              <a:spcBef>
                <a:spcPts val="0"/>
              </a:spcBef>
              <a:spcAft>
                <a:spcPts val="0"/>
              </a:spcAft>
              <a:buSzPts val="1400"/>
              <a:buFont typeface="Urbanist SemiBold"/>
              <a:buChar char="○"/>
              <a:defRPr/>
            </a:lvl2pPr>
            <a:lvl3pPr indent="-317500" lvl="2" marL="1371600" algn="ctr">
              <a:spcBef>
                <a:spcPts val="0"/>
              </a:spcBef>
              <a:spcAft>
                <a:spcPts val="0"/>
              </a:spcAft>
              <a:buSzPts val="1400"/>
              <a:buFont typeface="Urbanist SemiBold"/>
              <a:buChar char="■"/>
              <a:defRPr/>
            </a:lvl3pPr>
            <a:lvl4pPr indent="-317500" lvl="3" marL="1828800" algn="ctr">
              <a:spcBef>
                <a:spcPts val="0"/>
              </a:spcBef>
              <a:spcAft>
                <a:spcPts val="0"/>
              </a:spcAft>
              <a:buSzPts val="1400"/>
              <a:buFont typeface="Urbanist SemiBold"/>
              <a:buChar char="●"/>
              <a:defRPr/>
            </a:lvl4pPr>
            <a:lvl5pPr indent="-317500" lvl="4" marL="2286000" algn="ctr">
              <a:spcBef>
                <a:spcPts val="0"/>
              </a:spcBef>
              <a:spcAft>
                <a:spcPts val="0"/>
              </a:spcAft>
              <a:buSzPts val="1400"/>
              <a:buFont typeface="Urbanist SemiBold"/>
              <a:buChar char="○"/>
              <a:defRPr/>
            </a:lvl5pPr>
            <a:lvl6pPr indent="-317500" lvl="5" marL="2743200" algn="ctr">
              <a:spcBef>
                <a:spcPts val="0"/>
              </a:spcBef>
              <a:spcAft>
                <a:spcPts val="0"/>
              </a:spcAft>
              <a:buSzPts val="1400"/>
              <a:buFont typeface="Urbanist SemiBold"/>
              <a:buChar char="■"/>
              <a:defRPr/>
            </a:lvl6pPr>
            <a:lvl7pPr indent="-317500" lvl="6" marL="3200400" algn="ctr">
              <a:spcBef>
                <a:spcPts val="0"/>
              </a:spcBef>
              <a:spcAft>
                <a:spcPts val="0"/>
              </a:spcAft>
              <a:buSzPts val="1400"/>
              <a:buFont typeface="Urbanist SemiBold"/>
              <a:buChar char="●"/>
              <a:defRPr/>
            </a:lvl7pPr>
            <a:lvl8pPr indent="-317500" lvl="7" marL="3657600" algn="ctr">
              <a:spcBef>
                <a:spcPts val="0"/>
              </a:spcBef>
              <a:spcAft>
                <a:spcPts val="0"/>
              </a:spcAft>
              <a:buSzPts val="1400"/>
              <a:buFont typeface="Urbanist SemiBold"/>
              <a:buChar char="○"/>
              <a:defRPr/>
            </a:lvl8pPr>
            <a:lvl9pPr indent="-317500" lvl="8" marL="4114800" algn="ctr">
              <a:spcBef>
                <a:spcPts val="0"/>
              </a:spcBef>
              <a:spcAft>
                <a:spcPts val="0"/>
              </a:spcAft>
              <a:buSzPts val="1400"/>
              <a:buFont typeface="Urbanist SemiBold"/>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16">
    <p:bg>
      <p:bgPr>
        <a:solidFill>
          <a:schemeClr val="lt1"/>
        </a:solidFill>
      </p:bgPr>
    </p:bg>
    <p:spTree>
      <p:nvGrpSpPr>
        <p:cNvPr id="168" name="Shape 168"/>
        <p:cNvGrpSpPr/>
        <p:nvPr/>
      </p:nvGrpSpPr>
      <p:grpSpPr>
        <a:xfrm>
          <a:off x="0" y="0"/>
          <a:ext cx="0" cy="0"/>
          <a:chOff x="0" y="0"/>
          <a:chExt cx="0" cy="0"/>
        </a:xfrm>
      </p:grpSpPr>
      <p:sp>
        <p:nvSpPr>
          <p:cNvPr id="169" name="Google Shape;169;p29"/>
          <p:cNvSpPr txBox="1"/>
          <p:nvPr>
            <p:ph type="title"/>
          </p:nvPr>
        </p:nvSpPr>
        <p:spPr>
          <a:xfrm>
            <a:off x="839700" y="234925"/>
            <a:ext cx="74646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9400"/>
              <a:buFont typeface="Oswald"/>
              <a:buNone/>
              <a:defRPr/>
            </a:lvl1pPr>
            <a:lvl2pPr lvl="1" algn="ctr">
              <a:spcBef>
                <a:spcPts val="0"/>
              </a:spcBef>
              <a:spcAft>
                <a:spcPts val="0"/>
              </a:spcAft>
              <a:buClr>
                <a:schemeClr val="dk1"/>
              </a:buClr>
              <a:buSzPts val="9400"/>
              <a:buFont typeface="Oswald"/>
              <a:buNone/>
              <a:defRPr/>
            </a:lvl2pPr>
            <a:lvl3pPr lvl="2" algn="ctr">
              <a:spcBef>
                <a:spcPts val="0"/>
              </a:spcBef>
              <a:spcAft>
                <a:spcPts val="0"/>
              </a:spcAft>
              <a:buClr>
                <a:schemeClr val="dk1"/>
              </a:buClr>
              <a:buSzPts val="9400"/>
              <a:buFont typeface="Oswald"/>
              <a:buNone/>
              <a:defRPr/>
            </a:lvl3pPr>
            <a:lvl4pPr lvl="3" algn="ctr">
              <a:spcBef>
                <a:spcPts val="0"/>
              </a:spcBef>
              <a:spcAft>
                <a:spcPts val="0"/>
              </a:spcAft>
              <a:buClr>
                <a:schemeClr val="dk1"/>
              </a:buClr>
              <a:buSzPts val="9400"/>
              <a:buFont typeface="Oswald"/>
              <a:buNone/>
              <a:defRPr/>
            </a:lvl4pPr>
            <a:lvl5pPr lvl="4" algn="ctr">
              <a:spcBef>
                <a:spcPts val="0"/>
              </a:spcBef>
              <a:spcAft>
                <a:spcPts val="0"/>
              </a:spcAft>
              <a:buClr>
                <a:schemeClr val="dk1"/>
              </a:buClr>
              <a:buSzPts val="9400"/>
              <a:buFont typeface="Oswald"/>
              <a:buNone/>
              <a:defRPr/>
            </a:lvl5pPr>
            <a:lvl6pPr lvl="5" algn="ctr">
              <a:spcBef>
                <a:spcPts val="0"/>
              </a:spcBef>
              <a:spcAft>
                <a:spcPts val="0"/>
              </a:spcAft>
              <a:buClr>
                <a:schemeClr val="dk1"/>
              </a:buClr>
              <a:buSzPts val="9400"/>
              <a:buFont typeface="Oswald"/>
              <a:buNone/>
              <a:defRPr/>
            </a:lvl6pPr>
            <a:lvl7pPr lvl="6" algn="ctr">
              <a:spcBef>
                <a:spcPts val="0"/>
              </a:spcBef>
              <a:spcAft>
                <a:spcPts val="0"/>
              </a:spcAft>
              <a:buClr>
                <a:schemeClr val="dk1"/>
              </a:buClr>
              <a:buSzPts val="9400"/>
              <a:buFont typeface="Oswald"/>
              <a:buNone/>
              <a:defRPr/>
            </a:lvl7pPr>
            <a:lvl8pPr lvl="7" algn="ctr">
              <a:spcBef>
                <a:spcPts val="0"/>
              </a:spcBef>
              <a:spcAft>
                <a:spcPts val="0"/>
              </a:spcAft>
              <a:buClr>
                <a:schemeClr val="dk1"/>
              </a:buClr>
              <a:buSzPts val="9400"/>
              <a:buFont typeface="Oswald"/>
              <a:buNone/>
              <a:defRPr/>
            </a:lvl8pPr>
            <a:lvl9pPr lvl="8" algn="ctr">
              <a:spcBef>
                <a:spcPts val="0"/>
              </a:spcBef>
              <a:spcAft>
                <a:spcPts val="0"/>
              </a:spcAft>
              <a:buClr>
                <a:schemeClr val="dk1"/>
              </a:buClr>
              <a:buSzPts val="9400"/>
              <a:buFont typeface="Oswald"/>
              <a:buNone/>
              <a:defRPr/>
            </a:lvl9pPr>
          </a:lstStyle>
          <a:p/>
        </p:txBody>
      </p:sp>
      <p:sp>
        <p:nvSpPr>
          <p:cNvPr id="170" name="Google Shape;170;p29"/>
          <p:cNvSpPr txBox="1"/>
          <p:nvPr>
            <p:ph idx="1" type="subTitle"/>
          </p:nvPr>
        </p:nvSpPr>
        <p:spPr>
          <a:xfrm>
            <a:off x="228600" y="2946900"/>
            <a:ext cx="2813700" cy="449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Urbanist Black"/>
              <a:buNone/>
              <a:defRPr/>
            </a:lvl1pPr>
            <a:lvl2pPr lvl="1" algn="ctr">
              <a:spcBef>
                <a:spcPts val="0"/>
              </a:spcBef>
              <a:spcAft>
                <a:spcPts val="0"/>
              </a:spcAft>
              <a:buSzPts val="1400"/>
              <a:buFont typeface="Urbanist Black"/>
              <a:buNone/>
              <a:defRPr/>
            </a:lvl2pPr>
            <a:lvl3pPr lvl="2" algn="ctr">
              <a:spcBef>
                <a:spcPts val="0"/>
              </a:spcBef>
              <a:spcAft>
                <a:spcPts val="0"/>
              </a:spcAft>
              <a:buSzPts val="1400"/>
              <a:buFont typeface="Urbanist Black"/>
              <a:buNone/>
              <a:defRPr/>
            </a:lvl3pPr>
            <a:lvl4pPr lvl="3" algn="ctr">
              <a:spcBef>
                <a:spcPts val="0"/>
              </a:spcBef>
              <a:spcAft>
                <a:spcPts val="0"/>
              </a:spcAft>
              <a:buSzPts val="1400"/>
              <a:buFont typeface="Urbanist Black"/>
              <a:buNone/>
              <a:defRPr/>
            </a:lvl4pPr>
            <a:lvl5pPr lvl="4" algn="ctr">
              <a:spcBef>
                <a:spcPts val="0"/>
              </a:spcBef>
              <a:spcAft>
                <a:spcPts val="0"/>
              </a:spcAft>
              <a:buSzPts val="1400"/>
              <a:buFont typeface="Urbanist Black"/>
              <a:buNone/>
              <a:defRPr/>
            </a:lvl5pPr>
            <a:lvl6pPr lvl="5" algn="ctr">
              <a:spcBef>
                <a:spcPts val="0"/>
              </a:spcBef>
              <a:spcAft>
                <a:spcPts val="0"/>
              </a:spcAft>
              <a:buSzPts val="1400"/>
              <a:buFont typeface="Urbanist Black"/>
              <a:buNone/>
              <a:defRPr/>
            </a:lvl6pPr>
            <a:lvl7pPr lvl="6" algn="ctr">
              <a:spcBef>
                <a:spcPts val="0"/>
              </a:spcBef>
              <a:spcAft>
                <a:spcPts val="0"/>
              </a:spcAft>
              <a:buSzPts val="1400"/>
              <a:buFont typeface="Urbanist Black"/>
              <a:buNone/>
              <a:defRPr/>
            </a:lvl7pPr>
            <a:lvl8pPr lvl="7" algn="ctr">
              <a:spcBef>
                <a:spcPts val="0"/>
              </a:spcBef>
              <a:spcAft>
                <a:spcPts val="0"/>
              </a:spcAft>
              <a:buSzPts val="1400"/>
              <a:buFont typeface="Urbanist Black"/>
              <a:buNone/>
              <a:defRPr/>
            </a:lvl8pPr>
            <a:lvl9pPr lvl="8" algn="ctr">
              <a:spcBef>
                <a:spcPts val="0"/>
              </a:spcBef>
              <a:spcAft>
                <a:spcPts val="0"/>
              </a:spcAft>
              <a:buSzPts val="1400"/>
              <a:buFont typeface="Urbanist Black"/>
              <a:buNone/>
              <a:defRPr/>
            </a:lvl9pPr>
          </a:lstStyle>
          <a:p/>
        </p:txBody>
      </p:sp>
      <p:sp>
        <p:nvSpPr>
          <p:cNvPr id="171" name="Google Shape;171;p29"/>
          <p:cNvSpPr txBox="1"/>
          <p:nvPr>
            <p:ph idx="2" type="subTitle"/>
          </p:nvPr>
        </p:nvSpPr>
        <p:spPr>
          <a:xfrm>
            <a:off x="3165300" y="2946900"/>
            <a:ext cx="2813700" cy="449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Urbanist Black"/>
              <a:buNone/>
              <a:defRPr/>
            </a:lvl1pPr>
            <a:lvl2pPr lvl="1" algn="ctr">
              <a:spcBef>
                <a:spcPts val="0"/>
              </a:spcBef>
              <a:spcAft>
                <a:spcPts val="0"/>
              </a:spcAft>
              <a:buSzPts val="1400"/>
              <a:buFont typeface="Urbanist Black"/>
              <a:buNone/>
              <a:defRPr/>
            </a:lvl2pPr>
            <a:lvl3pPr lvl="2" algn="ctr">
              <a:spcBef>
                <a:spcPts val="0"/>
              </a:spcBef>
              <a:spcAft>
                <a:spcPts val="0"/>
              </a:spcAft>
              <a:buSzPts val="1400"/>
              <a:buFont typeface="Urbanist Black"/>
              <a:buNone/>
              <a:defRPr/>
            </a:lvl3pPr>
            <a:lvl4pPr lvl="3" algn="ctr">
              <a:spcBef>
                <a:spcPts val="0"/>
              </a:spcBef>
              <a:spcAft>
                <a:spcPts val="0"/>
              </a:spcAft>
              <a:buSzPts val="1400"/>
              <a:buFont typeface="Urbanist Black"/>
              <a:buNone/>
              <a:defRPr/>
            </a:lvl4pPr>
            <a:lvl5pPr lvl="4" algn="ctr">
              <a:spcBef>
                <a:spcPts val="0"/>
              </a:spcBef>
              <a:spcAft>
                <a:spcPts val="0"/>
              </a:spcAft>
              <a:buSzPts val="1400"/>
              <a:buFont typeface="Urbanist Black"/>
              <a:buNone/>
              <a:defRPr/>
            </a:lvl5pPr>
            <a:lvl6pPr lvl="5" algn="ctr">
              <a:spcBef>
                <a:spcPts val="0"/>
              </a:spcBef>
              <a:spcAft>
                <a:spcPts val="0"/>
              </a:spcAft>
              <a:buSzPts val="1400"/>
              <a:buFont typeface="Urbanist Black"/>
              <a:buNone/>
              <a:defRPr/>
            </a:lvl6pPr>
            <a:lvl7pPr lvl="6" algn="ctr">
              <a:spcBef>
                <a:spcPts val="0"/>
              </a:spcBef>
              <a:spcAft>
                <a:spcPts val="0"/>
              </a:spcAft>
              <a:buSzPts val="1400"/>
              <a:buFont typeface="Urbanist Black"/>
              <a:buNone/>
              <a:defRPr/>
            </a:lvl7pPr>
            <a:lvl8pPr lvl="7" algn="ctr">
              <a:spcBef>
                <a:spcPts val="0"/>
              </a:spcBef>
              <a:spcAft>
                <a:spcPts val="0"/>
              </a:spcAft>
              <a:buSzPts val="1400"/>
              <a:buFont typeface="Urbanist Black"/>
              <a:buNone/>
              <a:defRPr/>
            </a:lvl8pPr>
            <a:lvl9pPr lvl="8" algn="ctr">
              <a:spcBef>
                <a:spcPts val="0"/>
              </a:spcBef>
              <a:spcAft>
                <a:spcPts val="0"/>
              </a:spcAft>
              <a:buSzPts val="1400"/>
              <a:buFont typeface="Urbanist Black"/>
              <a:buNone/>
              <a:defRPr/>
            </a:lvl9pPr>
          </a:lstStyle>
          <a:p/>
        </p:txBody>
      </p:sp>
      <p:sp>
        <p:nvSpPr>
          <p:cNvPr id="172" name="Google Shape;172;p29"/>
          <p:cNvSpPr txBox="1"/>
          <p:nvPr>
            <p:ph idx="3" type="subTitle"/>
          </p:nvPr>
        </p:nvSpPr>
        <p:spPr>
          <a:xfrm>
            <a:off x="6101950" y="2946900"/>
            <a:ext cx="2813700" cy="4491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Font typeface="Urbanist Black"/>
              <a:buNone/>
              <a:defRPr/>
            </a:lvl1pPr>
            <a:lvl2pPr lvl="1" algn="ctr">
              <a:spcBef>
                <a:spcPts val="0"/>
              </a:spcBef>
              <a:spcAft>
                <a:spcPts val="0"/>
              </a:spcAft>
              <a:buSzPts val="1400"/>
              <a:buFont typeface="Urbanist Black"/>
              <a:buNone/>
              <a:defRPr/>
            </a:lvl2pPr>
            <a:lvl3pPr lvl="2" algn="ctr">
              <a:spcBef>
                <a:spcPts val="0"/>
              </a:spcBef>
              <a:spcAft>
                <a:spcPts val="0"/>
              </a:spcAft>
              <a:buSzPts val="1400"/>
              <a:buFont typeface="Urbanist Black"/>
              <a:buNone/>
              <a:defRPr/>
            </a:lvl3pPr>
            <a:lvl4pPr lvl="3" algn="ctr">
              <a:spcBef>
                <a:spcPts val="0"/>
              </a:spcBef>
              <a:spcAft>
                <a:spcPts val="0"/>
              </a:spcAft>
              <a:buSzPts val="1400"/>
              <a:buFont typeface="Urbanist Black"/>
              <a:buNone/>
              <a:defRPr/>
            </a:lvl4pPr>
            <a:lvl5pPr lvl="4" algn="ctr">
              <a:spcBef>
                <a:spcPts val="0"/>
              </a:spcBef>
              <a:spcAft>
                <a:spcPts val="0"/>
              </a:spcAft>
              <a:buSzPts val="1400"/>
              <a:buFont typeface="Urbanist Black"/>
              <a:buNone/>
              <a:defRPr/>
            </a:lvl5pPr>
            <a:lvl6pPr lvl="5" algn="ctr">
              <a:spcBef>
                <a:spcPts val="0"/>
              </a:spcBef>
              <a:spcAft>
                <a:spcPts val="0"/>
              </a:spcAft>
              <a:buSzPts val="1400"/>
              <a:buFont typeface="Urbanist Black"/>
              <a:buNone/>
              <a:defRPr/>
            </a:lvl6pPr>
            <a:lvl7pPr lvl="6" algn="ctr">
              <a:spcBef>
                <a:spcPts val="0"/>
              </a:spcBef>
              <a:spcAft>
                <a:spcPts val="0"/>
              </a:spcAft>
              <a:buSzPts val="1400"/>
              <a:buFont typeface="Urbanist Black"/>
              <a:buNone/>
              <a:defRPr/>
            </a:lvl7pPr>
            <a:lvl8pPr lvl="7" algn="ctr">
              <a:spcBef>
                <a:spcPts val="0"/>
              </a:spcBef>
              <a:spcAft>
                <a:spcPts val="0"/>
              </a:spcAft>
              <a:buSzPts val="1400"/>
              <a:buFont typeface="Urbanist Black"/>
              <a:buNone/>
              <a:defRPr/>
            </a:lvl8pPr>
            <a:lvl9pPr lvl="8" algn="ctr">
              <a:spcBef>
                <a:spcPts val="0"/>
              </a:spcBef>
              <a:spcAft>
                <a:spcPts val="0"/>
              </a:spcAft>
              <a:buSzPts val="1400"/>
              <a:buFont typeface="Urbanist Black"/>
              <a:buNone/>
              <a:defRPr/>
            </a:lvl9pPr>
          </a:lstStyle>
          <a:p/>
        </p:txBody>
      </p:sp>
      <p:sp>
        <p:nvSpPr>
          <p:cNvPr id="173" name="Google Shape;173;p29"/>
          <p:cNvSpPr txBox="1"/>
          <p:nvPr>
            <p:ph idx="4" type="body"/>
          </p:nvPr>
        </p:nvSpPr>
        <p:spPr>
          <a:xfrm>
            <a:off x="228600" y="3678100"/>
            <a:ext cx="2813700" cy="12420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Font typeface="Urbanist SemiBold"/>
              <a:buChar char="●"/>
              <a:defRPr/>
            </a:lvl1pPr>
            <a:lvl2pPr indent="-317500" lvl="1" marL="914400" algn="ctr">
              <a:spcBef>
                <a:spcPts val="0"/>
              </a:spcBef>
              <a:spcAft>
                <a:spcPts val="0"/>
              </a:spcAft>
              <a:buSzPts val="1400"/>
              <a:buFont typeface="Urbanist SemiBold"/>
              <a:buChar char="○"/>
              <a:defRPr/>
            </a:lvl2pPr>
            <a:lvl3pPr indent="-317500" lvl="2" marL="1371600" algn="ctr">
              <a:spcBef>
                <a:spcPts val="0"/>
              </a:spcBef>
              <a:spcAft>
                <a:spcPts val="0"/>
              </a:spcAft>
              <a:buSzPts val="1400"/>
              <a:buFont typeface="Urbanist SemiBold"/>
              <a:buChar char="■"/>
              <a:defRPr/>
            </a:lvl3pPr>
            <a:lvl4pPr indent="-317500" lvl="3" marL="1828800" algn="ctr">
              <a:spcBef>
                <a:spcPts val="0"/>
              </a:spcBef>
              <a:spcAft>
                <a:spcPts val="0"/>
              </a:spcAft>
              <a:buSzPts val="1400"/>
              <a:buFont typeface="Urbanist SemiBold"/>
              <a:buChar char="●"/>
              <a:defRPr/>
            </a:lvl4pPr>
            <a:lvl5pPr indent="-317500" lvl="4" marL="2286000" algn="ctr">
              <a:spcBef>
                <a:spcPts val="0"/>
              </a:spcBef>
              <a:spcAft>
                <a:spcPts val="0"/>
              </a:spcAft>
              <a:buSzPts val="1400"/>
              <a:buFont typeface="Urbanist SemiBold"/>
              <a:buChar char="○"/>
              <a:defRPr/>
            </a:lvl5pPr>
            <a:lvl6pPr indent="-317500" lvl="5" marL="2743200" algn="ctr">
              <a:spcBef>
                <a:spcPts val="0"/>
              </a:spcBef>
              <a:spcAft>
                <a:spcPts val="0"/>
              </a:spcAft>
              <a:buSzPts val="1400"/>
              <a:buFont typeface="Urbanist SemiBold"/>
              <a:buChar char="■"/>
              <a:defRPr/>
            </a:lvl6pPr>
            <a:lvl7pPr indent="-317500" lvl="6" marL="3200400" algn="ctr">
              <a:spcBef>
                <a:spcPts val="0"/>
              </a:spcBef>
              <a:spcAft>
                <a:spcPts val="0"/>
              </a:spcAft>
              <a:buSzPts val="1400"/>
              <a:buFont typeface="Urbanist SemiBold"/>
              <a:buChar char="●"/>
              <a:defRPr/>
            </a:lvl7pPr>
            <a:lvl8pPr indent="-317500" lvl="7" marL="3657600" algn="ctr">
              <a:spcBef>
                <a:spcPts val="0"/>
              </a:spcBef>
              <a:spcAft>
                <a:spcPts val="0"/>
              </a:spcAft>
              <a:buSzPts val="1400"/>
              <a:buFont typeface="Urbanist SemiBold"/>
              <a:buChar char="○"/>
              <a:defRPr/>
            </a:lvl8pPr>
            <a:lvl9pPr indent="-317500" lvl="8" marL="4114800" algn="ctr">
              <a:spcBef>
                <a:spcPts val="0"/>
              </a:spcBef>
              <a:spcAft>
                <a:spcPts val="0"/>
              </a:spcAft>
              <a:buSzPts val="1400"/>
              <a:buFont typeface="Urbanist SemiBold"/>
              <a:buChar char="■"/>
              <a:defRPr/>
            </a:lvl9pPr>
          </a:lstStyle>
          <a:p/>
        </p:txBody>
      </p:sp>
      <p:sp>
        <p:nvSpPr>
          <p:cNvPr id="174" name="Google Shape;174;p29"/>
          <p:cNvSpPr txBox="1"/>
          <p:nvPr>
            <p:ph idx="5" type="body"/>
          </p:nvPr>
        </p:nvSpPr>
        <p:spPr>
          <a:xfrm>
            <a:off x="3165300" y="3678100"/>
            <a:ext cx="2813700" cy="12420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Font typeface="Urbanist SemiBold"/>
              <a:buChar char="●"/>
              <a:defRPr/>
            </a:lvl1pPr>
            <a:lvl2pPr indent="-317500" lvl="1" marL="914400" algn="ctr">
              <a:spcBef>
                <a:spcPts val="0"/>
              </a:spcBef>
              <a:spcAft>
                <a:spcPts val="0"/>
              </a:spcAft>
              <a:buSzPts val="1400"/>
              <a:buFont typeface="Urbanist SemiBold"/>
              <a:buChar char="○"/>
              <a:defRPr/>
            </a:lvl2pPr>
            <a:lvl3pPr indent="-317500" lvl="2" marL="1371600" algn="ctr">
              <a:spcBef>
                <a:spcPts val="0"/>
              </a:spcBef>
              <a:spcAft>
                <a:spcPts val="0"/>
              </a:spcAft>
              <a:buSzPts val="1400"/>
              <a:buFont typeface="Urbanist SemiBold"/>
              <a:buChar char="■"/>
              <a:defRPr/>
            </a:lvl3pPr>
            <a:lvl4pPr indent="-317500" lvl="3" marL="1828800" algn="ctr">
              <a:spcBef>
                <a:spcPts val="0"/>
              </a:spcBef>
              <a:spcAft>
                <a:spcPts val="0"/>
              </a:spcAft>
              <a:buSzPts val="1400"/>
              <a:buFont typeface="Urbanist SemiBold"/>
              <a:buChar char="●"/>
              <a:defRPr/>
            </a:lvl4pPr>
            <a:lvl5pPr indent="-317500" lvl="4" marL="2286000" algn="ctr">
              <a:spcBef>
                <a:spcPts val="0"/>
              </a:spcBef>
              <a:spcAft>
                <a:spcPts val="0"/>
              </a:spcAft>
              <a:buSzPts val="1400"/>
              <a:buFont typeface="Urbanist SemiBold"/>
              <a:buChar char="○"/>
              <a:defRPr/>
            </a:lvl5pPr>
            <a:lvl6pPr indent="-317500" lvl="5" marL="2743200" algn="ctr">
              <a:spcBef>
                <a:spcPts val="0"/>
              </a:spcBef>
              <a:spcAft>
                <a:spcPts val="0"/>
              </a:spcAft>
              <a:buSzPts val="1400"/>
              <a:buFont typeface="Urbanist SemiBold"/>
              <a:buChar char="■"/>
              <a:defRPr/>
            </a:lvl6pPr>
            <a:lvl7pPr indent="-317500" lvl="6" marL="3200400" algn="ctr">
              <a:spcBef>
                <a:spcPts val="0"/>
              </a:spcBef>
              <a:spcAft>
                <a:spcPts val="0"/>
              </a:spcAft>
              <a:buSzPts val="1400"/>
              <a:buFont typeface="Urbanist SemiBold"/>
              <a:buChar char="●"/>
              <a:defRPr/>
            </a:lvl7pPr>
            <a:lvl8pPr indent="-317500" lvl="7" marL="3657600" algn="ctr">
              <a:spcBef>
                <a:spcPts val="0"/>
              </a:spcBef>
              <a:spcAft>
                <a:spcPts val="0"/>
              </a:spcAft>
              <a:buSzPts val="1400"/>
              <a:buFont typeface="Urbanist SemiBold"/>
              <a:buChar char="○"/>
              <a:defRPr/>
            </a:lvl8pPr>
            <a:lvl9pPr indent="-317500" lvl="8" marL="4114800" algn="ctr">
              <a:spcBef>
                <a:spcPts val="0"/>
              </a:spcBef>
              <a:spcAft>
                <a:spcPts val="0"/>
              </a:spcAft>
              <a:buSzPts val="1400"/>
              <a:buFont typeface="Urbanist SemiBold"/>
              <a:buChar char="■"/>
              <a:defRPr/>
            </a:lvl9pPr>
          </a:lstStyle>
          <a:p/>
        </p:txBody>
      </p:sp>
      <p:sp>
        <p:nvSpPr>
          <p:cNvPr id="175" name="Google Shape;175;p29"/>
          <p:cNvSpPr txBox="1"/>
          <p:nvPr>
            <p:ph idx="6" type="body"/>
          </p:nvPr>
        </p:nvSpPr>
        <p:spPr>
          <a:xfrm>
            <a:off x="6102000" y="3678100"/>
            <a:ext cx="2813700" cy="12420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Font typeface="Urbanist SemiBold"/>
              <a:buChar char="●"/>
              <a:defRPr/>
            </a:lvl1pPr>
            <a:lvl2pPr indent="-317500" lvl="1" marL="914400" algn="ctr">
              <a:spcBef>
                <a:spcPts val="0"/>
              </a:spcBef>
              <a:spcAft>
                <a:spcPts val="0"/>
              </a:spcAft>
              <a:buSzPts val="1400"/>
              <a:buFont typeface="Urbanist SemiBold"/>
              <a:buChar char="○"/>
              <a:defRPr/>
            </a:lvl2pPr>
            <a:lvl3pPr indent="-317500" lvl="2" marL="1371600" algn="ctr">
              <a:spcBef>
                <a:spcPts val="0"/>
              </a:spcBef>
              <a:spcAft>
                <a:spcPts val="0"/>
              </a:spcAft>
              <a:buSzPts val="1400"/>
              <a:buFont typeface="Urbanist SemiBold"/>
              <a:buChar char="■"/>
              <a:defRPr/>
            </a:lvl3pPr>
            <a:lvl4pPr indent="-317500" lvl="3" marL="1828800" algn="ctr">
              <a:spcBef>
                <a:spcPts val="0"/>
              </a:spcBef>
              <a:spcAft>
                <a:spcPts val="0"/>
              </a:spcAft>
              <a:buSzPts val="1400"/>
              <a:buFont typeface="Urbanist SemiBold"/>
              <a:buChar char="●"/>
              <a:defRPr/>
            </a:lvl4pPr>
            <a:lvl5pPr indent="-317500" lvl="4" marL="2286000" algn="ctr">
              <a:spcBef>
                <a:spcPts val="0"/>
              </a:spcBef>
              <a:spcAft>
                <a:spcPts val="0"/>
              </a:spcAft>
              <a:buSzPts val="1400"/>
              <a:buFont typeface="Urbanist SemiBold"/>
              <a:buChar char="○"/>
              <a:defRPr/>
            </a:lvl5pPr>
            <a:lvl6pPr indent="-317500" lvl="5" marL="2743200" algn="ctr">
              <a:spcBef>
                <a:spcPts val="0"/>
              </a:spcBef>
              <a:spcAft>
                <a:spcPts val="0"/>
              </a:spcAft>
              <a:buSzPts val="1400"/>
              <a:buFont typeface="Urbanist SemiBold"/>
              <a:buChar char="■"/>
              <a:defRPr/>
            </a:lvl6pPr>
            <a:lvl7pPr indent="-317500" lvl="6" marL="3200400" algn="ctr">
              <a:spcBef>
                <a:spcPts val="0"/>
              </a:spcBef>
              <a:spcAft>
                <a:spcPts val="0"/>
              </a:spcAft>
              <a:buSzPts val="1400"/>
              <a:buFont typeface="Urbanist SemiBold"/>
              <a:buChar char="●"/>
              <a:defRPr/>
            </a:lvl7pPr>
            <a:lvl8pPr indent="-317500" lvl="7" marL="3657600" algn="ctr">
              <a:spcBef>
                <a:spcPts val="0"/>
              </a:spcBef>
              <a:spcAft>
                <a:spcPts val="0"/>
              </a:spcAft>
              <a:buSzPts val="1400"/>
              <a:buFont typeface="Urbanist SemiBold"/>
              <a:buChar char="○"/>
              <a:defRPr/>
            </a:lvl8pPr>
            <a:lvl9pPr indent="-317500" lvl="8" marL="4114800" algn="ctr">
              <a:spcBef>
                <a:spcPts val="0"/>
              </a:spcBef>
              <a:spcAft>
                <a:spcPts val="0"/>
              </a:spcAft>
              <a:buSzPts val="1400"/>
              <a:buFont typeface="Urbanist SemiBold"/>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17">
    <p:bg>
      <p:bgPr>
        <a:solidFill>
          <a:schemeClr val="dk2"/>
        </a:solidFill>
      </p:bgPr>
    </p:bg>
    <p:spTree>
      <p:nvGrpSpPr>
        <p:cNvPr id="176" name="Shape 176"/>
        <p:cNvGrpSpPr/>
        <p:nvPr/>
      </p:nvGrpSpPr>
      <p:grpSpPr>
        <a:xfrm>
          <a:off x="0" y="0"/>
          <a:ext cx="0" cy="0"/>
          <a:chOff x="0" y="0"/>
          <a:chExt cx="0" cy="0"/>
        </a:xfrm>
      </p:grpSpPr>
      <p:sp>
        <p:nvSpPr>
          <p:cNvPr id="177" name="Google Shape;177;p30"/>
          <p:cNvSpPr txBox="1"/>
          <p:nvPr>
            <p:ph type="title"/>
          </p:nvPr>
        </p:nvSpPr>
        <p:spPr>
          <a:xfrm>
            <a:off x="839700" y="234925"/>
            <a:ext cx="74646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9400"/>
              <a:buFont typeface="Oswald"/>
              <a:buNone/>
              <a:defRPr>
                <a:solidFill>
                  <a:schemeClr val="lt1"/>
                </a:solidFill>
              </a:defRPr>
            </a:lvl1pPr>
            <a:lvl2pPr lvl="1" algn="ctr">
              <a:spcBef>
                <a:spcPts val="0"/>
              </a:spcBef>
              <a:spcAft>
                <a:spcPts val="0"/>
              </a:spcAft>
              <a:buClr>
                <a:schemeClr val="lt1"/>
              </a:buClr>
              <a:buSzPts val="9400"/>
              <a:buFont typeface="Oswald"/>
              <a:buNone/>
              <a:defRPr>
                <a:solidFill>
                  <a:schemeClr val="lt1"/>
                </a:solidFill>
              </a:defRPr>
            </a:lvl2pPr>
            <a:lvl3pPr lvl="2" algn="ctr">
              <a:spcBef>
                <a:spcPts val="0"/>
              </a:spcBef>
              <a:spcAft>
                <a:spcPts val="0"/>
              </a:spcAft>
              <a:buClr>
                <a:schemeClr val="lt1"/>
              </a:buClr>
              <a:buSzPts val="9400"/>
              <a:buFont typeface="Oswald"/>
              <a:buNone/>
              <a:defRPr>
                <a:solidFill>
                  <a:schemeClr val="lt1"/>
                </a:solidFill>
              </a:defRPr>
            </a:lvl3pPr>
            <a:lvl4pPr lvl="3" algn="ctr">
              <a:spcBef>
                <a:spcPts val="0"/>
              </a:spcBef>
              <a:spcAft>
                <a:spcPts val="0"/>
              </a:spcAft>
              <a:buClr>
                <a:schemeClr val="lt1"/>
              </a:buClr>
              <a:buSzPts val="9400"/>
              <a:buFont typeface="Oswald"/>
              <a:buNone/>
              <a:defRPr>
                <a:solidFill>
                  <a:schemeClr val="lt1"/>
                </a:solidFill>
              </a:defRPr>
            </a:lvl4pPr>
            <a:lvl5pPr lvl="4" algn="ctr">
              <a:spcBef>
                <a:spcPts val="0"/>
              </a:spcBef>
              <a:spcAft>
                <a:spcPts val="0"/>
              </a:spcAft>
              <a:buClr>
                <a:schemeClr val="lt1"/>
              </a:buClr>
              <a:buSzPts val="9400"/>
              <a:buFont typeface="Oswald"/>
              <a:buNone/>
              <a:defRPr>
                <a:solidFill>
                  <a:schemeClr val="lt1"/>
                </a:solidFill>
              </a:defRPr>
            </a:lvl5pPr>
            <a:lvl6pPr lvl="5" algn="ctr">
              <a:spcBef>
                <a:spcPts val="0"/>
              </a:spcBef>
              <a:spcAft>
                <a:spcPts val="0"/>
              </a:spcAft>
              <a:buClr>
                <a:schemeClr val="lt1"/>
              </a:buClr>
              <a:buSzPts val="9400"/>
              <a:buFont typeface="Oswald"/>
              <a:buNone/>
              <a:defRPr>
                <a:solidFill>
                  <a:schemeClr val="lt1"/>
                </a:solidFill>
              </a:defRPr>
            </a:lvl6pPr>
            <a:lvl7pPr lvl="6" algn="ctr">
              <a:spcBef>
                <a:spcPts val="0"/>
              </a:spcBef>
              <a:spcAft>
                <a:spcPts val="0"/>
              </a:spcAft>
              <a:buClr>
                <a:schemeClr val="lt1"/>
              </a:buClr>
              <a:buSzPts val="9400"/>
              <a:buFont typeface="Oswald"/>
              <a:buNone/>
              <a:defRPr>
                <a:solidFill>
                  <a:schemeClr val="lt1"/>
                </a:solidFill>
              </a:defRPr>
            </a:lvl7pPr>
            <a:lvl8pPr lvl="7" algn="ctr">
              <a:spcBef>
                <a:spcPts val="0"/>
              </a:spcBef>
              <a:spcAft>
                <a:spcPts val="0"/>
              </a:spcAft>
              <a:buClr>
                <a:schemeClr val="lt1"/>
              </a:buClr>
              <a:buSzPts val="9400"/>
              <a:buFont typeface="Oswald"/>
              <a:buNone/>
              <a:defRPr>
                <a:solidFill>
                  <a:schemeClr val="lt1"/>
                </a:solidFill>
              </a:defRPr>
            </a:lvl8pPr>
            <a:lvl9pPr lvl="8" algn="ctr">
              <a:spcBef>
                <a:spcPts val="0"/>
              </a:spcBef>
              <a:spcAft>
                <a:spcPts val="0"/>
              </a:spcAft>
              <a:buClr>
                <a:schemeClr val="lt1"/>
              </a:buClr>
              <a:buSzPts val="9400"/>
              <a:buFont typeface="Oswald"/>
              <a:buNone/>
              <a:defRPr>
                <a:solidFill>
                  <a:schemeClr val="lt1"/>
                </a:solidFill>
              </a:defRPr>
            </a:lvl9pPr>
          </a:lstStyle>
          <a:p/>
        </p:txBody>
      </p:sp>
      <p:sp>
        <p:nvSpPr>
          <p:cNvPr id="178" name="Google Shape;178;p30"/>
          <p:cNvSpPr txBox="1"/>
          <p:nvPr>
            <p:ph idx="1" type="subTitle"/>
          </p:nvPr>
        </p:nvSpPr>
        <p:spPr>
          <a:xfrm>
            <a:off x="228600" y="2946900"/>
            <a:ext cx="2079300" cy="449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Urbanist Black"/>
              <a:buNone/>
              <a:defRPr>
                <a:solidFill>
                  <a:schemeClr val="lt1"/>
                </a:solidFill>
              </a:defRPr>
            </a:lvl1pPr>
            <a:lvl2pPr lvl="1" algn="ctr">
              <a:spcBef>
                <a:spcPts val="0"/>
              </a:spcBef>
              <a:spcAft>
                <a:spcPts val="0"/>
              </a:spcAft>
              <a:buClr>
                <a:schemeClr val="lt1"/>
              </a:buClr>
              <a:buSzPts val="1400"/>
              <a:buFont typeface="Urbanist Black"/>
              <a:buNone/>
              <a:defRPr>
                <a:solidFill>
                  <a:schemeClr val="lt1"/>
                </a:solidFill>
              </a:defRPr>
            </a:lvl2pPr>
            <a:lvl3pPr lvl="2" algn="ctr">
              <a:spcBef>
                <a:spcPts val="0"/>
              </a:spcBef>
              <a:spcAft>
                <a:spcPts val="0"/>
              </a:spcAft>
              <a:buClr>
                <a:schemeClr val="lt1"/>
              </a:buClr>
              <a:buSzPts val="1400"/>
              <a:buFont typeface="Urbanist Black"/>
              <a:buNone/>
              <a:defRPr>
                <a:solidFill>
                  <a:schemeClr val="lt1"/>
                </a:solidFill>
              </a:defRPr>
            </a:lvl3pPr>
            <a:lvl4pPr lvl="3" algn="ctr">
              <a:spcBef>
                <a:spcPts val="0"/>
              </a:spcBef>
              <a:spcAft>
                <a:spcPts val="0"/>
              </a:spcAft>
              <a:buClr>
                <a:schemeClr val="lt1"/>
              </a:buClr>
              <a:buSzPts val="1400"/>
              <a:buFont typeface="Urbanist Black"/>
              <a:buNone/>
              <a:defRPr>
                <a:solidFill>
                  <a:schemeClr val="lt1"/>
                </a:solidFill>
              </a:defRPr>
            </a:lvl4pPr>
            <a:lvl5pPr lvl="4" algn="ctr">
              <a:spcBef>
                <a:spcPts val="0"/>
              </a:spcBef>
              <a:spcAft>
                <a:spcPts val="0"/>
              </a:spcAft>
              <a:buClr>
                <a:schemeClr val="lt1"/>
              </a:buClr>
              <a:buSzPts val="1400"/>
              <a:buFont typeface="Urbanist Black"/>
              <a:buNone/>
              <a:defRPr>
                <a:solidFill>
                  <a:schemeClr val="lt1"/>
                </a:solidFill>
              </a:defRPr>
            </a:lvl5pPr>
            <a:lvl6pPr lvl="5" algn="ctr">
              <a:spcBef>
                <a:spcPts val="0"/>
              </a:spcBef>
              <a:spcAft>
                <a:spcPts val="0"/>
              </a:spcAft>
              <a:buClr>
                <a:schemeClr val="lt1"/>
              </a:buClr>
              <a:buSzPts val="1400"/>
              <a:buFont typeface="Urbanist Black"/>
              <a:buNone/>
              <a:defRPr>
                <a:solidFill>
                  <a:schemeClr val="lt1"/>
                </a:solidFill>
              </a:defRPr>
            </a:lvl6pPr>
            <a:lvl7pPr lvl="6" algn="ctr">
              <a:spcBef>
                <a:spcPts val="0"/>
              </a:spcBef>
              <a:spcAft>
                <a:spcPts val="0"/>
              </a:spcAft>
              <a:buClr>
                <a:schemeClr val="lt1"/>
              </a:buClr>
              <a:buSzPts val="1400"/>
              <a:buFont typeface="Urbanist Black"/>
              <a:buNone/>
              <a:defRPr>
                <a:solidFill>
                  <a:schemeClr val="lt1"/>
                </a:solidFill>
              </a:defRPr>
            </a:lvl7pPr>
            <a:lvl8pPr lvl="7" algn="ctr">
              <a:spcBef>
                <a:spcPts val="0"/>
              </a:spcBef>
              <a:spcAft>
                <a:spcPts val="0"/>
              </a:spcAft>
              <a:buClr>
                <a:schemeClr val="lt1"/>
              </a:buClr>
              <a:buSzPts val="1400"/>
              <a:buFont typeface="Urbanist Black"/>
              <a:buNone/>
              <a:defRPr>
                <a:solidFill>
                  <a:schemeClr val="lt1"/>
                </a:solidFill>
              </a:defRPr>
            </a:lvl8pPr>
            <a:lvl9pPr lvl="8" algn="ctr">
              <a:spcBef>
                <a:spcPts val="0"/>
              </a:spcBef>
              <a:spcAft>
                <a:spcPts val="0"/>
              </a:spcAft>
              <a:buClr>
                <a:schemeClr val="lt1"/>
              </a:buClr>
              <a:buSzPts val="1400"/>
              <a:buFont typeface="Urbanist Black"/>
              <a:buNone/>
              <a:defRPr>
                <a:solidFill>
                  <a:schemeClr val="lt1"/>
                </a:solidFill>
              </a:defRPr>
            </a:lvl9pPr>
          </a:lstStyle>
          <a:p/>
        </p:txBody>
      </p:sp>
      <p:sp>
        <p:nvSpPr>
          <p:cNvPr id="179" name="Google Shape;179;p30"/>
          <p:cNvSpPr txBox="1"/>
          <p:nvPr>
            <p:ph idx="2" type="body"/>
          </p:nvPr>
        </p:nvSpPr>
        <p:spPr>
          <a:xfrm>
            <a:off x="228600" y="3678100"/>
            <a:ext cx="2079300" cy="12420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Clr>
                <a:schemeClr val="lt1"/>
              </a:buClr>
              <a:buSzPts val="1400"/>
              <a:buFont typeface="Urbanist SemiBold"/>
              <a:buChar char="●"/>
              <a:defRPr>
                <a:solidFill>
                  <a:schemeClr val="lt1"/>
                </a:solidFill>
              </a:defRPr>
            </a:lvl1pPr>
            <a:lvl2pPr indent="-317500" lvl="1" marL="914400" algn="ctr">
              <a:spcBef>
                <a:spcPts val="0"/>
              </a:spcBef>
              <a:spcAft>
                <a:spcPts val="0"/>
              </a:spcAft>
              <a:buClr>
                <a:schemeClr val="lt1"/>
              </a:buClr>
              <a:buSzPts val="1400"/>
              <a:buFont typeface="Urbanist SemiBold"/>
              <a:buChar char="○"/>
              <a:defRPr>
                <a:solidFill>
                  <a:schemeClr val="lt1"/>
                </a:solidFill>
              </a:defRPr>
            </a:lvl2pPr>
            <a:lvl3pPr indent="-317500" lvl="2" marL="1371600" algn="ctr">
              <a:spcBef>
                <a:spcPts val="0"/>
              </a:spcBef>
              <a:spcAft>
                <a:spcPts val="0"/>
              </a:spcAft>
              <a:buClr>
                <a:schemeClr val="lt1"/>
              </a:buClr>
              <a:buSzPts val="1400"/>
              <a:buFont typeface="Urbanist SemiBold"/>
              <a:buChar char="■"/>
              <a:defRPr>
                <a:solidFill>
                  <a:schemeClr val="lt1"/>
                </a:solidFill>
              </a:defRPr>
            </a:lvl3pPr>
            <a:lvl4pPr indent="-317500" lvl="3" marL="1828800" algn="ctr">
              <a:spcBef>
                <a:spcPts val="0"/>
              </a:spcBef>
              <a:spcAft>
                <a:spcPts val="0"/>
              </a:spcAft>
              <a:buClr>
                <a:schemeClr val="lt1"/>
              </a:buClr>
              <a:buSzPts val="1400"/>
              <a:buFont typeface="Urbanist SemiBold"/>
              <a:buChar char="●"/>
              <a:defRPr>
                <a:solidFill>
                  <a:schemeClr val="lt1"/>
                </a:solidFill>
              </a:defRPr>
            </a:lvl4pPr>
            <a:lvl5pPr indent="-317500" lvl="4" marL="2286000" algn="ctr">
              <a:spcBef>
                <a:spcPts val="0"/>
              </a:spcBef>
              <a:spcAft>
                <a:spcPts val="0"/>
              </a:spcAft>
              <a:buClr>
                <a:schemeClr val="lt1"/>
              </a:buClr>
              <a:buSzPts val="1400"/>
              <a:buFont typeface="Urbanist SemiBold"/>
              <a:buChar char="○"/>
              <a:defRPr>
                <a:solidFill>
                  <a:schemeClr val="lt1"/>
                </a:solidFill>
              </a:defRPr>
            </a:lvl5pPr>
            <a:lvl6pPr indent="-317500" lvl="5" marL="2743200" algn="ctr">
              <a:spcBef>
                <a:spcPts val="0"/>
              </a:spcBef>
              <a:spcAft>
                <a:spcPts val="0"/>
              </a:spcAft>
              <a:buClr>
                <a:schemeClr val="lt1"/>
              </a:buClr>
              <a:buSzPts val="1400"/>
              <a:buFont typeface="Urbanist SemiBold"/>
              <a:buChar char="■"/>
              <a:defRPr>
                <a:solidFill>
                  <a:schemeClr val="lt1"/>
                </a:solidFill>
              </a:defRPr>
            </a:lvl6pPr>
            <a:lvl7pPr indent="-317500" lvl="6" marL="3200400" algn="ctr">
              <a:spcBef>
                <a:spcPts val="0"/>
              </a:spcBef>
              <a:spcAft>
                <a:spcPts val="0"/>
              </a:spcAft>
              <a:buClr>
                <a:schemeClr val="lt1"/>
              </a:buClr>
              <a:buSzPts val="1400"/>
              <a:buFont typeface="Urbanist SemiBold"/>
              <a:buChar char="●"/>
              <a:defRPr>
                <a:solidFill>
                  <a:schemeClr val="lt1"/>
                </a:solidFill>
              </a:defRPr>
            </a:lvl7pPr>
            <a:lvl8pPr indent="-317500" lvl="7" marL="3657600" algn="ctr">
              <a:spcBef>
                <a:spcPts val="0"/>
              </a:spcBef>
              <a:spcAft>
                <a:spcPts val="0"/>
              </a:spcAft>
              <a:buClr>
                <a:schemeClr val="lt1"/>
              </a:buClr>
              <a:buSzPts val="1400"/>
              <a:buFont typeface="Urbanist SemiBold"/>
              <a:buChar char="○"/>
              <a:defRPr>
                <a:solidFill>
                  <a:schemeClr val="lt1"/>
                </a:solidFill>
              </a:defRPr>
            </a:lvl8pPr>
            <a:lvl9pPr indent="-317500" lvl="8" marL="4114800" algn="ctr">
              <a:spcBef>
                <a:spcPts val="0"/>
              </a:spcBef>
              <a:spcAft>
                <a:spcPts val="0"/>
              </a:spcAft>
              <a:buClr>
                <a:schemeClr val="lt1"/>
              </a:buClr>
              <a:buSzPts val="1400"/>
              <a:buFont typeface="Urbanist SemiBold"/>
              <a:buChar char="■"/>
              <a:defRPr>
                <a:solidFill>
                  <a:schemeClr val="lt1"/>
                </a:solidFill>
              </a:defRPr>
            </a:lvl9pPr>
          </a:lstStyle>
          <a:p/>
        </p:txBody>
      </p:sp>
      <p:sp>
        <p:nvSpPr>
          <p:cNvPr id="180" name="Google Shape;180;p30"/>
          <p:cNvSpPr txBox="1"/>
          <p:nvPr>
            <p:ph idx="3" type="subTitle"/>
          </p:nvPr>
        </p:nvSpPr>
        <p:spPr>
          <a:xfrm>
            <a:off x="2431150" y="2946900"/>
            <a:ext cx="2079300" cy="449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Urbanist Black"/>
              <a:buNone/>
              <a:defRPr>
                <a:solidFill>
                  <a:schemeClr val="lt1"/>
                </a:solidFill>
              </a:defRPr>
            </a:lvl1pPr>
            <a:lvl2pPr lvl="1" algn="ctr">
              <a:spcBef>
                <a:spcPts val="0"/>
              </a:spcBef>
              <a:spcAft>
                <a:spcPts val="0"/>
              </a:spcAft>
              <a:buClr>
                <a:schemeClr val="lt1"/>
              </a:buClr>
              <a:buSzPts val="1400"/>
              <a:buFont typeface="Urbanist Black"/>
              <a:buNone/>
              <a:defRPr>
                <a:solidFill>
                  <a:schemeClr val="lt1"/>
                </a:solidFill>
              </a:defRPr>
            </a:lvl2pPr>
            <a:lvl3pPr lvl="2" algn="ctr">
              <a:spcBef>
                <a:spcPts val="0"/>
              </a:spcBef>
              <a:spcAft>
                <a:spcPts val="0"/>
              </a:spcAft>
              <a:buClr>
                <a:schemeClr val="lt1"/>
              </a:buClr>
              <a:buSzPts val="1400"/>
              <a:buFont typeface="Urbanist Black"/>
              <a:buNone/>
              <a:defRPr>
                <a:solidFill>
                  <a:schemeClr val="lt1"/>
                </a:solidFill>
              </a:defRPr>
            </a:lvl3pPr>
            <a:lvl4pPr lvl="3" algn="ctr">
              <a:spcBef>
                <a:spcPts val="0"/>
              </a:spcBef>
              <a:spcAft>
                <a:spcPts val="0"/>
              </a:spcAft>
              <a:buClr>
                <a:schemeClr val="lt1"/>
              </a:buClr>
              <a:buSzPts val="1400"/>
              <a:buFont typeface="Urbanist Black"/>
              <a:buNone/>
              <a:defRPr>
                <a:solidFill>
                  <a:schemeClr val="lt1"/>
                </a:solidFill>
              </a:defRPr>
            </a:lvl4pPr>
            <a:lvl5pPr lvl="4" algn="ctr">
              <a:spcBef>
                <a:spcPts val="0"/>
              </a:spcBef>
              <a:spcAft>
                <a:spcPts val="0"/>
              </a:spcAft>
              <a:buClr>
                <a:schemeClr val="lt1"/>
              </a:buClr>
              <a:buSzPts val="1400"/>
              <a:buFont typeface="Urbanist Black"/>
              <a:buNone/>
              <a:defRPr>
                <a:solidFill>
                  <a:schemeClr val="lt1"/>
                </a:solidFill>
              </a:defRPr>
            </a:lvl5pPr>
            <a:lvl6pPr lvl="5" algn="ctr">
              <a:spcBef>
                <a:spcPts val="0"/>
              </a:spcBef>
              <a:spcAft>
                <a:spcPts val="0"/>
              </a:spcAft>
              <a:buClr>
                <a:schemeClr val="lt1"/>
              </a:buClr>
              <a:buSzPts val="1400"/>
              <a:buFont typeface="Urbanist Black"/>
              <a:buNone/>
              <a:defRPr>
                <a:solidFill>
                  <a:schemeClr val="lt1"/>
                </a:solidFill>
              </a:defRPr>
            </a:lvl6pPr>
            <a:lvl7pPr lvl="6" algn="ctr">
              <a:spcBef>
                <a:spcPts val="0"/>
              </a:spcBef>
              <a:spcAft>
                <a:spcPts val="0"/>
              </a:spcAft>
              <a:buClr>
                <a:schemeClr val="lt1"/>
              </a:buClr>
              <a:buSzPts val="1400"/>
              <a:buFont typeface="Urbanist Black"/>
              <a:buNone/>
              <a:defRPr>
                <a:solidFill>
                  <a:schemeClr val="lt1"/>
                </a:solidFill>
              </a:defRPr>
            </a:lvl7pPr>
            <a:lvl8pPr lvl="7" algn="ctr">
              <a:spcBef>
                <a:spcPts val="0"/>
              </a:spcBef>
              <a:spcAft>
                <a:spcPts val="0"/>
              </a:spcAft>
              <a:buClr>
                <a:schemeClr val="lt1"/>
              </a:buClr>
              <a:buSzPts val="1400"/>
              <a:buFont typeface="Urbanist Black"/>
              <a:buNone/>
              <a:defRPr>
                <a:solidFill>
                  <a:schemeClr val="lt1"/>
                </a:solidFill>
              </a:defRPr>
            </a:lvl8pPr>
            <a:lvl9pPr lvl="8" algn="ctr">
              <a:spcBef>
                <a:spcPts val="0"/>
              </a:spcBef>
              <a:spcAft>
                <a:spcPts val="0"/>
              </a:spcAft>
              <a:buClr>
                <a:schemeClr val="lt1"/>
              </a:buClr>
              <a:buSzPts val="1400"/>
              <a:buFont typeface="Urbanist Black"/>
              <a:buNone/>
              <a:defRPr>
                <a:solidFill>
                  <a:schemeClr val="lt1"/>
                </a:solidFill>
              </a:defRPr>
            </a:lvl9pPr>
          </a:lstStyle>
          <a:p/>
        </p:txBody>
      </p:sp>
      <p:sp>
        <p:nvSpPr>
          <p:cNvPr id="181" name="Google Shape;181;p30"/>
          <p:cNvSpPr txBox="1"/>
          <p:nvPr>
            <p:ph idx="4" type="body"/>
          </p:nvPr>
        </p:nvSpPr>
        <p:spPr>
          <a:xfrm>
            <a:off x="2431150" y="3678100"/>
            <a:ext cx="2079300" cy="12420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Clr>
                <a:schemeClr val="lt1"/>
              </a:buClr>
              <a:buSzPts val="1400"/>
              <a:buFont typeface="Urbanist SemiBold"/>
              <a:buChar char="●"/>
              <a:defRPr>
                <a:solidFill>
                  <a:schemeClr val="lt1"/>
                </a:solidFill>
              </a:defRPr>
            </a:lvl1pPr>
            <a:lvl2pPr indent="-317500" lvl="1" marL="914400" algn="ctr">
              <a:spcBef>
                <a:spcPts val="0"/>
              </a:spcBef>
              <a:spcAft>
                <a:spcPts val="0"/>
              </a:spcAft>
              <a:buClr>
                <a:schemeClr val="lt1"/>
              </a:buClr>
              <a:buSzPts val="1400"/>
              <a:buFont typeface="Urbanist SemiBold"/>
              <a:buChar char="○"/>
              <a:defRPr>
                <a:solidFill>
                  <a:schemeClr val="lt1"/>
                </a:solidFill>
              </a:defRPr>
            </a:lvl2pPr>
            <a:lvl3pPr indent="-317500" lvl="2" marL="1371600" algn="ctr">
              <a:spcBef>
                <a:spcPts val="0"/>
              </a:spcBef>
              <a:spcAft>
                <a:spcPts val="0"/>
              </a:spcAft>
              <a:buClr>
                <a:schemeClr val="lt1"/>
              </a:buClr>
              <a:buSzPts val="1400"/>
              <a:buFont typeface="Urbanist SemiBold"/>
              <a:buChar char="■"/>
              <a:defRPr>
                <a:solidFill>
                  <a:schemeClr val="lt1"/>
                </a:solidFill>
              </a:defRPr>
            </a:lvl3pPr>
            <a:lvl4pPr indent="-317500" lvl="3" marL="1828800" algn="ctr">
              <a:spcBef>
                <a:spcPts val="0"/>
              </a:spcBef>
              <a:spcAft>
                <a:spcPts val="0"/>
              </a:spcAft>
              <a:buClr>
                <a:schemeClr val="lt1"/>
              </a:buClr>
              <a:buSzPts val="1400"/>
              <a:buFont typeface="Urbanist SemiBold"/>
              <a:buChar char="●"/>
              <a:defRPr>
                <a:solidFill>
                  <a:schemeClr val="lt1"/>
                </a:solidFill>
              </a:defRPr>
            </a:lvl4pPr>
            <a:lvl5pPr indent="-317500" lvl="4" marL="2286000" algn="ctr">
              <a:spcBef>
                <a:spcPts val="0"/>
              </a:spcBef>
              <a:spcAft>
                <a:spcPts val="0"/>
              </a:spcAft>
              <a:buClr>
                <a:schemeClr val="lt1"/>
              </a:buClr>
              <a:buSzPts val="1400"/>
              <a:buFont typeface="Urbanist SemiBold"/>
              <a:buChar char="○"/>
              <a:defRPr>
                <a:solidFill>
                  <a:schemeClr val="lt1"/>
                </a:solidFill>
              </a:defRPr>
            </a:lvl5pPr>
            <a:lvl6pPr indent="-317500" lvl="5" marL="2743200" algn="ctr">
              <a:spcBef>
                <a:spcPts val="0"/>
              </a:spcBef>
              <a:spcAft>
                <a:spcPts val="0"/>
              </a:spcAft>
              <a:buClr>
                <a:schemeClr val="lt1"/>
              </a:buClr>
              <a:buSzPts val="1400"/>
              <a:buFont typeface="Urbanist SemiBold"/>
              <a:buChar char="■"/>
              <a:defRPr>
                <a:solidFill>
                  <a:schemeClr val="lt1"/>
                </a:solidFill>
              </a:defRPr>
            </a:lvl6pPr>
            <a:lvl7pPr indent="-317500" lvl="6" marL="3200400" algn="ctr">
              <a:spcBef>
                <a:spcPts val="0"/>
              </a:spcBef>
              <a:spcAft>
                <a:spcPts val="0"/>
              </a:spcAft>
              <a:buClr>
                <a:schemeClr val="lt1"/>
              </a:buClr>
              <a:buSzPts val="1400"/>
              <a:buFont typeface="Urbanist SemiBold"/>
              <a:buChar char="●"/>
              <a:defRPr>
                <a:solidFill>
                  <a:schemeClr val="lt1"/>
                </a:solidFill>
              </a:defRPr>
            </a:lvl7pPr>
            <a:lvl8pPr indent="-317500" lvl="7" marL="3657600" algn="ctr">
              <a:spcBef>
                <a:spcPts val="0"/>
              </a:spcBef>
              <a:spcAft>
                <a:spcPts val="0"/>
              </a:spcAft>
              <a:buClr>
                <a:schemeClr val="lt1"/>
              </a:buClr>
              <a:buSzPts val="1400"/>
              <a:buFont typeface="Urbanist SemiBold"/>
              <a:buChar char="○"/>
              <a:defRPr>
                <a:solidFill>
                  <a:schemeClr val="lt1"/>
                </a:solidFill>
              </a:defRPr>
            </a:lvl8pPr>
            <a:lvl9pPr indent="-317500" lvl="8" marL="4114800" algn="ctr">
              <a:spcBef>
                <a:spcPts val="0"/>
              </a:spcBef>
              <a:spcAft>
                <a:spcPts val="0"/>
              </a:spcAft>
              <a:buClr>
                <a:schemeClr val="lt1"/>
              </a:buClr>
              <a:buSzPts val="1400"/>
              <a:buFont typeface="Urbanist SemiBold"/>
              <a:buChar char="■"/>
              <a:defRPr>
                <a:solidFill>
                  <a:schemeClr val="lt1"/>
                </a:solidFill>
              </a:defRPr>
            </a:lvl9pPr>
          </a:lstStyle>
          <a:p/>
        </p:txBody>
      </p:sp>
      <p:sp>
        <p:nvSpPr>
          <p:cNvPr id="182" name="Google Shape;182;p30"/>
          <p:cNvSpPr txBox="1"/>
          <p:nvPr>
            <p:ph idx="5" type="subTitle"/>
          </p:nvPr>
        </p:nvSpPr>
        <p:spPr>
          <a:xfrm>
            <a:off x="4633700" y="2946900"/>
            <a:ext cx="2079300" cy="449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Urbanist Black"/>
              <a:buNone/>
              <a:defRPr>
                <a:solidFill>
                  <a:schemeClr val="lt1"/>
                </a:solidFill>
              </a:defRPr>
            </a:lvl1pPr>
            <a:lvl2pPr lvl="1" algn="ctr">
              <a:spcBef>
                <a:spcPts val="0"/>
              </a:spcBef>
              <a:spcAft>
                <a:spcPts val="0"/>
              </a:spcAft>
              <a:buClr>
                <a:schemeClr val="lt1"/>
              </a:buClr>
              <a:buSzPts val="1400"/>
              <a:buFont typeface="Urbanist Black"/>
              <a:buNone/>
              <a:defRPr>
                <a:solidFill>
                  <a:schemeClr val="lt1"/>
                </a:solidFill>
              </a:defRPr>
            </a:lvl2pPr>
            <a:lvl3pPr lvl="2" algn="ctr">
              <a:spcBef>
                <a:spcPts val="0"/>
              </a:spcBef>
              <a:spcAft>
                <a:spcPts val="0"/>
              </a:spcAft>
              <a:buClr>
                <a:schemeClr val="lt1"/>
              </a:buClr>
              <a:buSzPts val="1400"/>
              <a:buFont typeface="Urbanist Black"/>
              <a:buNone/>
              <a:defRPr>
                <a:solidFill>
                  <a:schemeClr val="lt1"/>
                </a:solidFill>
              </a:defRPr>
            </a:lvl3pPr>
            <a:lvl4pPr lvl="3" algn="ctr">
              <a:spcBef>
                <a:spcPts val="0"/>
              </a:spcBef>
              <a:spcAft>
                <a:spcPts val="0"/>
              </a:spcAft>
              <a:buClr>
                <a:schemeClr val="lt1"/>
              </a:buClr>
              <a:buSzPts val="1400"/>
              <a:buFont typeface="Urbanist Black"/>
              <a:buNone/>
              <a:defRPr>
                <a:solidFill>
                  <a:schemeClr val="lt1"/>
                </a:solidFill>
              </a:defRPr>
            </a:lvl4pPr>
            <a:lvl5pPr lvl="4" algn="ctr">
              <a:spcBef>
                <a:spcPts val="0"/>
              </a:spcBef>
              <a:spcAft>
                <a:spcPts val="0"/>
              </a:spcAft>
              <a:buClr>
                <a:schemeClr val="lt1"/>
              </a:buClr>
              <a:buSzPts val="1400"/>
              <a:buFont typeface="Urbanist Black"/>
              <a:buNone/>
              <a:defRPr>
                <a:solidFill>
                  <a:schemeClr val="lt1"/>
                </a:solidFill>
              </a:defRPr>
            </a:lvl5pPr>
            <a:lvl6pPr lvl="5" algn="ctr">
              <a:spcBef>
                <a:spcPts val="0"/>
              </a:spcBef>
              <a:spcAft>
                <a:spcPts val="0"/>
              </a:spcAft>
              <a:buClr>
                <a:schemeClr val="lt1"/>
              </a:buClr>
              <a:buSzPts val="1400"/>
              <a:buFont typeface="Urbanist Black"/>
              <a:buNone/>
              <a:defRPr>
                <a:solidFill>
                  <a:schemeClr val="lt1"/>
                </a:solidFill>
              </a:defRPr>
            </a:lvl6pPr>
            <a:lvl7pPr lvl="6" algn="ctr">
              <a:spcBef>
                <a:spcPts val="0"/>
              </a:spcBef>
              <a:spcAft>
                <a:spcPts val="0"/>
              </a:spcAft>
              <a:buClr>
                <a:schemeClr val="lt1"/>
              </a:buClr>
              <a:buSzPts val="1400"/>
              <a:buFont typeface="Urbanist Black"/>
              <a:buNone/>
              <a:defRPr>
                <a:solidFill>
                  <a:schemeClr val="lt1"/>
                </a:solidFill>
              </a:defRPr>
            </a:lvl7pPr>
            <a:lvl8pPr lvl="7" algn="ctr">
              <a:spcBef>
                <a:spcPts val="0"/>
              </a:spcBef>
              <a:spcAft>
                <a:spcPts val="0"/>
              </a:spcAft>
              <a:buClr>
                <a:schemeClr val="lt1"/>
              </a:buClr>
              <a:buSzPts val="1400"/>
              <a:buFont typeface="Urbanist Black"/>
              <a:buNone/>
              <a:defRPr>
                <a:solidFill>
                  <a:schemeClr val="lt1"/>
                </a:solidFill>
              </a:defRPr>
            </a:lvl8pPr>
            <a:lvl9pPr lvl="8" algn="ctr">
              <a:spcBef>
                <a:spcPts val="0"/>
              </a:spcBef>
              <a:spcAft>
                <a:spcPts val="0"/>
              </a:spcAft>
              <a:buClr>
                <a:schemeClr val="lt1"/>
              </a:buClr>
              <a:buSzPts val="1400"/>
              <a:buFont typeface="Urbanist Black"/>
              <a:buNone/>
              <a:defRPr>
                <a:solidFill>
                  <a:schemeClr val="lt1"/>
                </a:solidFill>
              </a:defRPr>
            </a:lvl9pPr>
          </a:lstStyle>
          <a:p/>
        </p:txBody>
      </p:sp>
      <p:sp>
        <p:nvSpPr>
          <p:cNvPr id="183" name="Google Shape;183;p30"/>
          <p:cNvSpPr txBox="1"/>
          <p:nvPr>
            <p:ph idx="6" type="body"/>
          </p:nvPr>
        </p:nvSpPr>
        <p:spPr>
          <a:xfrm>
            <a:off x="4633700" y="3678100"/>
            <a:ext cx="2079300" cy="12420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Clr>
                <a:schemeClr val="lt1"/>
              </a:buClr>
              <a:buSzPts val="1400"/>
              <a:buFont typeface="Urbanist SemiBold"/>
              <a:buChar char="●"/>
              <a:defRPr>
                <a:solidFill>
                  <a:schemeClr val="lt1"/>
                </a:solidFill>
              </a:defRPr>
            </a:lvl1pPr>
            <a:lvl2pPr indent="-317500" lvl="1" marL="914400" algn="ctr">
              <a:spcBef>
                <a:spcPts val="0"/>
              </a:spcBef>
              <a:spcAft>
                <a:spcPts val="0"/>
              </a:spcAft>
              <a:buClr>
                <a:schemeClr val="lt1"/>
              </a:buClr>
              <a:buSzPts val="1400"/>
              <a:buFont typeface="Urbanist SemiBold"/>
              <a:buChar char="○"/>
              <a:defRPr>
                <a:solidFill>
                  <a:schemeClr val="lt1"/>
                </a:solidFill>
              </a:defRPr>
            </a:lvl2pPr>
            <a:lvl3pPr indent="-317500" lvl="2" marL="1371600" algn="ctr">
              <a:spcBef>
                <a:spcPts val="0"/>
              </a:spcBef>
              <a:spcAft>
                <a:spcPts val="0"/>
              </a:spcAft>
              <a:buClr>
                <a:schemeClr val="lt1"/>
              </a:buClr>
              <a:buSzPts val="1400"/>
              <a:buFont typeface="Urbanist SemiBold"/>
              <a:buChar char="■"/>
              <a:defRPr>
                <a:solidFill>
                  <a:schemeClr val="lt1"/>
                </a:solidFill>
              </a:defRPr>
            </a:lvl3pPr>
            <a:lvl4pPr indent="-317500" lvl="3" marL="1828800" algn="ctr">
              <a:spcBef>
                <a:spcPts val="0"/>
              </a:spcBef>
              <a:spcAft>
                <a:spcPts val="0"/>
              </a:spcAft>
              <a:buClr>
                <a:schemeClr val="lt1"/>
              </a:buClr>
              <a:buSzPts val="1400"/>
              <a:buFont typeface="Urbanist SemiBold"/>
              <a:buChar char="●"/>
              <a:defRPr>
                <a:solidFill>
                  <a:schemeClr val="lt1"/>
                </a:solidFill>
              </a:defRPr>
            </a:lvl4pPr>
            <a:lvl5pPr indent="-317500" lvl="4" marL="2286000" algn="ctr">
              <a:spcBef>
                <a:spcPts val="0"/>
              </a:spcBef>
              <a:spcAft>
                <a:spcPts val="0"/>
              </a:spcAft>
              <a:buClr>
                <a:schemeClr val="lt1"/>
              </a:buClr>
              <a:buSzPts val="1400"/>
              <a:buFont typeface="Urbanist SemiBold"/>
              <a:buChar char="○"/>
              <a:defRPr>
                <a:solidFill>
                  <a:schemeClr val="lt1"/>
                </a:solidFill>
              </a:defRPr>
            </a:lvl5pPr>
            <a:lvl6pPr indent="-317500" lvl="5" marL="2743200" algn="ctr">
              <a:spcBef>
                <a:spcPts val="0"/>
              </a:spcBef>
              <a:spcAft>
                <a:spcPts val="0"/>
              </a:spcAft>
              <a:buClr>
                <a:schemeClr val="lt1"/>
              </a:buClr>
              <a:buSzPts val="1400"/>
              <a:buFont typeface="Urbanist SemiBold"/>
              <a:buChar char="■"/>
              <a:defRPr>
                <a:solidFill>
                  <a:schemeClr val="lt1"/>
                </a:solidFill>
              </a:defRPr>
            </a:lvl6pPr>
            <a:lvl7pPr indent="-317500" lvl="6" marL="3200400" algn="ctr">
              <a:spcBef>
                <a:spcPts val="0"/>
              </a:spcBef>
              <a:spcAft>
                <a:spcPts val="0"/>
              </a:spcAft>
              <a:buClr>
                <a:schemeClr val="lt1"/>
              </a:buClr>
              <a:buSzPts val="1400"/>
              <a:buFont typeface="Urbanist SemiBold"/>
              <a:buChar char="●"/>
              <a:defRPr>
                <a:solidFill>
                  <a:schemeClr val="lt1"/>
                </a:solidFill>
              </a:defRPr>
            </a:lvl7pPr>
            <a:lvl8pPr indent="-317500" lvl="7" marL="3657600" algn="ctr">
              <a:spcBef>
                <a:spcPts val="0"/>
              </a:spcBef>
              <a:spcAft>
                <a:spcPts val="0"/>
              </a:spcAft>
              <a:buClr>
                <a:schemeClr val="lt1"/>
              </a:buClr>
              <a:buSzPts val="1400"/>
              <a:buFont typeface="Urbanist SemiBold"/>
              <a:buChar char="○"/>
              <a:defRPr>
                <a:solidFill>
                  <a:schemeClr val="lt1"/>
                </a:solidFill>
              </a:defRPr>
            </a:lvl8pPr>
            <a:lvl9pPr indent="-317500" lvl="8" marL="4114800" algn="ctr">
              <a:spcBef>
                <a:spcPts val="0"/>
              </a:spcBef>
              <a:spcAft>
                <a:spcPts val="0"/>
              </a:spcAft>
              <a:buClr>
                <a:schemeClr val="lt1"/>
              </a:buClr>
              <a:buSzPts val="1400"/>
              <a:buFont typeface="Urbanist SemiBold"/>
              <a:buChar char="■"/>
              <a:defRPr>
                <a:solidFill>
                  <a:schemeClr val="lt1"/>
                </a:solidFill>
              </a:defRPr>
            </a:lvl9pPr>
          </a:lstStyle>
          <a:p/>
        </p:txBody>
      </p:sp>
      <p:sp>
        <p:nvSpPr>
          <p:cNvPr id="184" name="Google Shape;184;p30"/>
          <p:cNvSpPr txBox="1"/>
          <p:nvPr>
            <p:ph idx="7" type="subTitle"/>
          </p:nvPr>
        </p:nvSpPr>
        <p:spPr>
          <a:xfrm>
            <a:off x="6836250" y="2946900"/>
            <a:ext cx="2079300" cy="449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Urbanist Black"/>
              <a:buNone/>
              <a:defRPr>
                <a:solidFill>
                  <a:schemeClr val="lt1"/>
                </a:solidFill>
              </a:defRPr>
            </a:lvl1pPr>
            <a:lvl2pPr lvl="1" algn="ctr">
              <a:spcBef>
                <a:spcPts val="0"/>
              </a:spcBef>
              <a:spcAft>
                <a:spcPts val="0"/>
              </a:spcAft>
              <a:buClr>
                <a:schemeClr val="lt1"/>
              </a:buClr>
              <a:buSzPts val="1400"/>
              <a:buFont typeface="Urbanist Black"/>
              <a:buNone/>
              <a:defRPr>
                <a:solidFill>
                  <a:schemeClr val="lt1"/>
                </a:solidFill>
              </a:defRPr>
            </a:lvl2pPr>
            <a:lvl3pPr lvl="2" algn="ctr">
              <a:spcBef>
                <a:spcPts val="0"/>
              </a:spcBef>
              <a:spcAft>
                <a:spcPts val="0"/>
              </a:spcAft>
              <a:buClr>
                <a:schemeClr val="lt1"/>
              </a:buClr>
              <a:buSzPts val="1400"/>
              <a:buFont typeface="Urbanist Black"/>
              <a:buNone/>
              <a:defRPr>
                <a:solidFill>
                  <a:schemeClr val="lt1"/>
                </a:solidFill>
              </a:defRPr>
            </a:lvl3pPr>
            <a:lvl4pPr lvl="3" algn="ctr">
              <a:spcBef>
                <a:spcPts val="0"/>
              </a:spcBef>
              <a:spcAft>
                <a:spcPts val="0"/>
              </a:spcAft>
              <a:buClr>
                <a:schemeClr val="lt1"/>
              </a:buClr>
              <a:buSzPts val="1400"/>
              <a:buFont typeface="Urbanist Black"/>
              <a:buNone/>
              <a:defRPr>
                <a:solidFill>
                  <a:schemeClr val="lt1"/>
                </a:solidFill>
              </a:defRPr>
            </a:lvl4pPr>
            <a:lvl5pPr lvl="4" algn="ctr">
              <a:spcBef>
                <a:spcPts val="0"/>
              </a:spcBef>
              <a:spcAft>
                <a:spcPts val="0"/>
              </a:spcAft>
              <a:buClr>
                <a:schemeClr val="lt1"/>
              </a:buClr>
              <a:buSzPts val="1400"/>
              <a:buFont typeface="Urbanist Black"/>
              <a:buNone/>
              <a:defRPr>
                <a:solidFill>
                  <a:schemeClr val="lt1"/>
                </a:solidFill>
              </a:defRPr>
            </a:lvl5pPr>
            <a:lvl6pPr lvl="5" algn="ctr">
              <a:spcBef>
                <a:spcPts val="0"/>
              </a:spcBef>
              <a:spcAft>
                <a:spcPts val="0"/>
              </a:spcAft>
              <a:buClr>
                <a:schemeClr val="lt1"/>
              </a:buClr>
              <a:buSzPts val="1400"/>
              <a:buFont typeface="Urbanist Black"/>
              <a:buNone/>
              <a:defRPr>
                <a:solidFill>
                  <a:schemeClr val="lt1"/>
                </a:solidFill>
              </a:defRPr>
            </a:lvl6pPr>
            <a:lvl7pPr lvl="6" algn="ctr">
              <a:spcBef>
                <a:spcPts val="0"/>
              </a:spcBef>
              <a:spcAft>
                <a:spcPts val="0"/>
              </a:spcAft>
              <a:buClr>
                <a:schemeClr val="lt1"/>
              </a:buClr>
              <a:buSzPts val="1400"/>
              <a:buFont typeface="Urbanist Black"/>
              <a:buNone/>
              <a:defRPr>
                <a:solidFill>
                  <a:schemeClr val="lt1"/>
                </a:solidFill>
              </a:defRPr>
            </a:lvl7pPr>
            <a:lvl8pPr lvl="7" algn="ctr">
              <a:spcBef>
                <a:spcPts val="0"/>
              </a:spcBef>
              <a:spcAft>
                <a:spcPts val="0"/>
              </a:spcAft>
              <a:buClr>
                <a:schemeClr val="lt1"/>
              </a:buClr>
              <a:buSzPts val="1400"/>
              <a:buFont typeface="Urbanist Black"/>
              <a:buNone/>
              <a:defRPr>
                <a:solidFill>
                  <a:schemeClr val="lt1"/>
                </a:solidFill>
              </a:defRPr>
            </a:lvl8pPr>
            <a:lvl9pPr lvl="8" algn="ctr">
              <a:spcBef>
                <a:spcPts val="0"/>
              </a:spcBef>
              <a:spcAft>
                <a:spcPts val="0"/>
              </a:spcAft>
              <a:buClr>
                <a:schemeClr val="lt1"/>
              </a:buClr>
              <a:buSzPts val="1400"/>
              <a:buFont typeface="Urbanist Black"/>
              <a:buNone/>
              <a:defRPr>
                <a:solidFill>
                  <a:schemeClr val="lt1"/>
                </a:solidFill>
              </a:defRPr>
            </a:lvl9pPr>
          </a:lstStyle>
          <a:p/>
        </p:txBody>
      </p:sp>
      <p:sp>
        <p:nvSpPr>
          <p:cNvPr id="185" name="Google Shape;185;p30"/>
          <p:cNvSpPr txBox="1"/>
          <p:nvPr>
            <p:ph idx="8" type="body"/>
          </p:nvPr>
        </p:nvSpPr>
        <p:spPr>
          <a:xfrm>
            <a:off x="6836250" y="3678100"/>
            <a:ext cx="2079300" cy="12420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Clr>
                <a:schemeClr val="lt1"/>
              </a:buClr>
              <a:buSzPts val="1400"/>
              <a:buFont typeface="Urbanist SemiBold"/>
              <a:buChar char="●"/>
              <a:defRPr>
                <a:solidFill>
                  <a:schemeClr val="lt1"/>
                </a:solidFill>
              </a:defRPr>
            </a:lvl1pPr>
            <a:lvl2pPr indent="-317500" lvl="1" marL="914400" algn="ctr">
              <a:spcBef>
                <a:spcPts val="0"/>
              </a:spcBef>
              <a:spcAft>
                <a:spcPts val="0"/>
              </a:spcAft>
              <a:buClr>
                <a:schemeClr val="lt1"/>
              </a:buClr>
              <a:buSzPts val="1400"/>
              <a:buFont typeface="Urbanist SemiBold"/>
              <a:buChar char="○"/>
              <a:defRPr>
                <a:solidFill>
                  <a:schemeClr val="lt1"/>
                </a:solidFill>
              </a:defRPr>
            </a:lvl2pPr>
            <a:lvl3pPr indent="-317500" lvl="2" marL="1371600" algn="ctr">
              <a:spcBef>
                <a:spcPts val="0"/>
              </a:spcBef>
              <a:spcAft>
                <a:spcPts val="0"/>
              </a:spcAft>
              <a:buClr>
                <a:schemeClr val="lt1"/>
              </a:buClr>
              <a:buSzPts val="1400"/>
              <a:buFont typeface="Urbanist SemiBold"/>
              <a:buChar char="■"/>
              <a:defRPr>
                <a:solidFill>
                  <a:schemeClr val="lt1"/>
                </a:solidFill>
              </a:defRPr>
            </a:lvl3pPr>
            <a:lvl4pPr indent="-317500" lvl="3" marL="1828800" algn="ctr">
              <a:spcBef>
                <a:spcPts val="0"/>
              </a:spcBef>
              <a:spcAft>
                <a:spcPts val="0"/>
              </a:spcAft>
              <a:buClr>
                <a:schemeClr val="lt1"/>
              </a:buClr>
              <a:buSzPts val="1400"/>
              <a:buFont typeface="Urbanist SemiBold"/>
              <a:buChar char="●"/>
              <a:defRPr>
                <a:solidFill>
                  <a:schemeClr val="lt1"/>
                </a:solidFill>
              </a:defRPr>
            </a:lvl4pPr>
            <a:lvl5pPr indent="-317500" lvl="4" marL="2286000" algn="ctr">
              <a:spcBef>
                <a:spcPts val="0"/>
              </a:spcBef>
              <a:spcAft>
                <a:spcPts val="0"/>
              </a:spcAft>
              <a:buClr>
                <a:schemeClr val="lt1"/>
              </a:buClr>
              <a:buSzPts val="1400"/>
              <a:buFont typeface="Urbanist SemiBold"/>
              <a:buChar char="○"/>
              <a:defRPr>
                <a:solidFill>
                  <a:schemeClr val="lt1"/>
                </a:solidFill>
              </a:defRPr>
            </a:lvl5pPr>
            <a:lvl6pPr indent="-317500" lvl="5" marL="2743200" algn="ctr">
              <a:spcBef>
                <a:spcPts val="0"/>
              </a:spcBef>
              <a:spcAft>
                <a:spcPts val="0"/>
              </a:spcAft>
              <a:buClr>
                <a:schemeClr val="lt1"/>
              </a:buClr>
              <a:buSzPts val="1400"/>
              <a:buFont typeface="Urbanist SemiBold"/>
              <a:buChar char="■"/>
              <a:defRPr>
                <a:solidFill>
                  <a:schemeClr val="lt1"/>
                </a:solidFill>
              </a:defRPr>
            </a:lvl6pPr>
            <a:lvl7pPr indent="-317500" lvl="6" marL="3200400" algn="ctr">
              <a:spcBef>
                <a:spcPts val="0"/>
              </a:spcBef>
              <a:spcAft>
                <a:spcPts val="0"/>
              </a:spcAft>
              <a:buClr>
                <a:schemeClr val="lt1"/>
              </a:buClr>
              <a:buSzPts val="1400"/>
              <a:buFont typeface="Urbanist SemiBold"/>
              <a:buChar char="●"/>
              <a:defRPr>
                <a:solidFill>
                  <a:schemeClr val="lt1"/>
                </a:solidFill>
              </a:defRPr>
            </a:lvl7pPr>
            <a:lvl8pPr indent="-317500" lvl="7" marL="3657600" algn="ctr">
              <a:spcBef>
                <a:spcPts val="0"/>
              </a:spcBef>
              <a:spcAft>
                <a:spcPts val="0"/>
              </a:spcAft>
              <a:buClr>
                <a:schemeClr val="lt1"/>
              </a:buClr>
              <a:buSzPts val="1400"/>
              <a:buFont typeface="Urbanist SemiBold"/>
              <a:buChar char="○"/>
              <a:defRPr>
                <a:solidFill>
                  <a:schemeClr val="lt1"/>
                </a:solidFill>
              </a:defRPr>
            </a:lvl8pPr>
            <a:lvl9pPr indent="-317500" lvl="8" marL="4114800" algn="ctr">
              <a:spcBef>
                <a:spcPts val="0"/>
              </a:spcBef>
              <a:spcAft>
                <a:spcPts val="0"/>
              </a:spcAft>
              <a:buClr>
                <a:schemeClr val="lt1"/>
              </a:buClr>
              <a:buSzPts val="1400"/>
              <a:buFont typeface="Urbanist SemiBold"/>
              <a:buChar char="■"/>
              <a:defRPr>
                <a:solidFill>
                  <a:schemeClr val="lt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18">
    <p:bg>
      <p:bgPr>
        <a:solidFill>
          <a:schemeClr val="lt2"/>
        </a:solidFill>
      </p:bgPr>
    </p:bg>
    <p:spTree>
      <p:nvGrpSpPr>
        <p:cNvPr id="186" name="Shape 186"/>
        <p:cNvGrpSpPr/>
        <p:nvPr/>
      </p:nvGrpSpPr>
      <p:grpSpPr>
        <a:xfrm>
          <a:off x="0" y="0"/>
          <a:ext cx="0" cy="0"/>
          <a:chOff x="0" y="0"/>
          <a:chExt cx="0" cy="0"/>
        </a:xfrm>
      </p:grpSpPr>
      <p:sp>
        <p:nvSpPr>
          <p:cNvPr id="187" name="Google Shape;187;p31"/>
          <p:cNvSpPr txBox="1"/>
          <p:nvPr>
            <p:ph type="title"/>
          </p:nvPr>
        </p:nvSpPr>
        <p:spPr>
          <a:xfrm>
            <a:off x="228600" y="234925"/>
            <a:ext cx="8689800" cy="1311900"/>
          </a:xfrm>
          <a:prstGeom prst="rect">
            <a:avLst/>
          </a:prstGeom>
        </p:spPr>
        <p:txBody>
          <a:bodyPr anchorCtr="0" anchor="t" bIns="91425" lIns="91425" spcFirstLastPara="1" rIns="91425" wrap="square" tIns="91425">
            <a:normAutofit/>
          </a:bodyPr>
          <a:lstStyle>
            <a:lvl1pPr lvl="0" algn="ctr">
              <a:spcBef>
                <a:spcPts val="0"/>
              </a:spcBef>
              <a:spcAft>
                <a:spcPts val="0"/>
              </a:spcAft>
              <a:buSzPts val="8600"/>
              <a:buFont typeface="Oswald"/>
              <a:buNone/>
              <a:defRPr sz="8600"/>
            </a:lvl1pPr>
            <a:lvl2pPr lvl="1" algn="ctr">
              <a:spcBef>
                <a:spcPts val="0"/>
              </a:spcBef>
              <a:spcAft>
                <a:spcPts val="0"/>
              </a:spcAft>
              <a:buSzPts val="9400"/>
              <a:buFont typeface="Oswald"/>
              <a:buNone/>
              <a:defRPr/>
            </a:lvl2pPr>
            <a:lvl3pPr lvl="2" algn="ctr">
              <a:spcBef>
                <a:spcPts val="0"/>
              </a:spcBef>
              <a:spcAft>
                <a:spcPts val="0"/>
              </a:spcAft>
              <a:buSzPts val="9400"/>
              <a:buFont typeface="Oswald"/>
              <a:buNone/>
              <a:defRPr/>
            </a:lvl3pPr>
            <a:lvl4pPr lvl="3" algn="ctr">
              <a:spcBef>
                <a:spcPts val="0"/>
              </a:spcBef>
              <a:spcAft>
                <a:spcPts val="0"/>
              </a:spcAft>
              <a:buSzPts val="9400"/>
              <a:buFont typeface="Oswald"/>
              <a:buNone/>
              <a:defRPr/>
            </a:lvl4pPr>
            <a:lvl5pPr lvl="4" algn="ctr">
              <a:spcBef>
                <a:spcPts val="0"/>
              </a:spcBef>
              <a:spcAft>
                <a:spcPts val="0"/>
              </a:spcAft>
              <a:buSzPts val="9400"/>
              <a:buFont typeface="Oswald"/>
              <a:buNone/>
              <a:defRPr/>
            </a:lvl5pPr>
            <a:lvl6pPr lvl="5" algn="ctr">
              <a:spcBef>
                <a:spcPts val="0"/>
              </a:spcBef>
              <a:spcAft>
                <a:spcPts val="0"/>
              </a:spcAft>
              <a:buSzPts val="9400"/>
              <a:buFont typeface="Oswald"/>
              <a:buNone/>
              <a:defRPr/>
            </a:lvl6pPr>
            <a:lvl7pPr lvl="6" algn="ctr">
              <a:spcBef>
                <a:spcPts val="0"/>
              </a:spcBef>
              <a:spcAft>
                <a:spcPts val="0"/>
              </a:spcAft>
              <a:buSzPts val="9400"/>
              <a:buFont typeface="Oswald"/>
              <a:buNone/>
              <a:defRPr/>
            </a:lvl7pPr>
            <a:lvl8pPr lvl="7" algn="ctr">
              <a:spcBef>
                <a:spcPts val="0"/>
              </a:spcBef>
              <a:spcAft>
                <a:spcPts val="0"/>
              </a:spcAft>
              <a:buSzPts val="9400"/>
              <a:buFont typeface="Oswald"/>
              <a:buNone/>
              <a:defRPr/>
            </a:lvl8pPr>
            <a:lvl9pPr lvl="8" algn="ctr">
              <a:spcBef>
                <a:spcPts val="0"/>
              </a:spcBef>
              <a:spcAft>
                <a:spcPts val="0"/>
              </a:spcAft>
              <a:buSzPts val="9400"/>
              <a:buFont typeface="Oswald"/>
              <a:buNone/>
              <a:defRPr/>
            </a:lvl9pPr>
          </a:lstStyle>
          <a:p/>
        </p:txBody>
      </p:sp>
      <p:sp>
        <p:nvSpPr>
          <p:cNvPr id="188" name="Google Shape;188;p31"/>
          <p:cNvSpPr/>
          <p:nvPr>
            <p:ph idx="2" type="pic"/>
          </p:nvPr>
        </p:nvSpPr>
        <p:spPr>
          <a:xfrm>
            <a:off x="229050" y="1699920"/>
            <a:ext cx="8689800" cy="3220200"/>
          </a:xfrm>
          <a:prstGeom prst="rect">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9">
    <p:bg>
      <p:bgPr>
        <a:solidFill>
          <a:schemeClr val="lt1"/>
        </a:solidFill>
      </p:bgPr>
    </p:bg>
    <p:spTree>
      <p:nvGrpSpPr>
        <p:cNvPr id="189" name="Shape 189"/>
        <p:cNvGrpSpPr/>
        <p:nvPr/>
      </p:nvGrpSpPr>
      <p:grpSpPr>
        <a:xfrm>
          <a:off x="0" y="0"/>
          <a:ext cx="0" cy="0"/>
          <a:chOff x="0" y="0"/>
          <a:chExt cx="0" cy="0"/>
        </a:xfrm>
      </p:grpSpPr>
      <p:sp>
        <p:nvSpPr>
          <p:cNvPr id="190" name="Google Shape;190;p32"/>
          <p:cNvSpPr txBox="1"/>
          <p:nvPr>
            <p:ph type="title"/>
          </p:nvPr>
        </p:nvSpPr>
        <p:spPr>
          <a:xfrm>
            <a:off x="892500" y="811800"/>
            <a:ext cx="7359000" cy="9966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dk1"/>
              </a:buClr>
              <a:buSzPts val="6000"/>
              <a:buFont typeface="Oswald"/>
              <a:buNone/>
              <a:defRPr sz="6000"/>
            </a:lvl1pPr>
            <a:lvl2pPr lvl="1" algn="ctr">
              <a:spcBef>
                <a:spcPts val="0"/>
              </a:spcBef>
              <a:spcAft>
                <a:spcPts val="0"/>
              </a:spcAft>
              <a:buClr>
                <a:schemeClr val="dk1"/>
              </a:buClr>
              <a:buSzPts val="6000"/>
              <a:buFont typeface="Oswald"/>
              <a:buNone/>
              <a:defRPr sz="6000"/>
            </a:lvl2pPr>
            <a:lvl3pPr lvl="2" algn="ctr">
              <a:spcBef>
                <a:spcPts val="0"/>
              </a:spcBef>
              <a:spcAft>
                <a:spcPts val="0"/>
              </a:spcAft>
              <a:buClr>
                <a:schemeClr val="dk1"/>
              </a:buClr>
              <a:buSzPts val="6000"/>
              <a:buFont typeface="Oswald"/>
              <a:buNone/>
              <a:defRPr sz="6000"/>
            </a:lvl3pPr>
            <a:lvl4pPr lvl="3" algn="ctr">
              <a:spcBef>
                <a:spcPts val="0"/>
              </a:spcBef>
              <a:spcAft>
                <a:spcPts val="0"/>
              </a:spcAft>
              <a:buClr>
                <a:schemeClr val="dk1"/>
              </a:buClr>
              <a:buSzPts val="6000"/>
              <a:buFont typeface="Oswald"/>
              <a:buNone/>
              <a:defRPr sz="6000"/>
            </a:lvl4pPr>
            <a:lvl5pPr lvl="4" algn="ctr">
              <a:spcBef>
                <a:spcPts val="0"/>
              </a:spcBef>
              <a:spcAft>
                <a:spcPts val="0"/>
              </a:spcAft>
              <a:buClr>
                <a:schemeClr val="dk1"/>
              </a:buClr>
              <a:buSzPts val="6000"/>
              <a:buFont typeface="Oswald"/>
              <a:buNone/>
              <a:defRPr sz="6000"/>
            </a:lvl5pPr>
            <a:lvl6pPr lvl="5" algn="ctr">
              <a:spcBef>
                <a:spcPts val="0"/>
              </a:spcBef>
              <a:spcAft>
                <a:spcPts val="0"/>
              </a:spcAft>
              <a:buClr>
                <a:schemeClr val="dk1"/>
              </a:buClr>
              <a:buSzPts val="6000"/>
              <a:buFont typeface="Oswald"/>
              <a:buNone/>
              <a:defRPr sz="6000"/>
            </a:lvl6pPr>
            <a:lvl7pPr lvl="6" algn="ctr">
              <a:spcBef>
                <a:spcPts val="0"/>
              </a:spcBef>
              <a:spcAft>
                <a:spcPts val="0"/>
              </a:spcAft>
              <a:buClr>
                <a:schemeClr val="dk1"/>
              </a:buClr>
              <a:buSzPts val="6000"/>
              <a:buFont typeface="Oswald"/>
              <a:buNone/>
              <a:defRPr sz="6000"/>
            </a:lvl7pPr>
            <a:lvl8pPr lvl="7" algn="ctr">
              <a:spcBef>
                <a:spcPts val="0"/>
              </a:spcBef>
              <a:spcAft>
                <a:spcPts val="0"/>
              </a:spcAft>
              <a:buClr>
                <a:schemeClr val="dk1"/>
              </a:buClr>
              <a:buSzPts val="6000"/>
              <a:buFont typeface="Oswald"/>
              <a:buNone/>
              <a:defRPr sz="6000"/>
            </a:lvl8pPr>
            <a:lvl9pPr lvl="8" algn="ctr">
              <a:spcBef>
                <a:spcPts val="0"/>
              </a:spcBef>
              <a:spcAft>
                <a:spcPts val="0"/>
              </a:spcAft>
              <a:buClr>
                <a:schemeClr val="dk1"/>
              </a:buClr>
              <a:buSzPts val="6000"/>
              <a:buFont typeface="Oswald"/>
              <a:buNone/>
              <a:defRPr sz="6000"/>
            </a:lvl9pPr>
          </a:lstStyle>
          <a:p/>
        </p:txBody>
      </p:sp>
      <p:sp>
        <p:nvSpPr>
          <p:cNvPr id="191" name="Google Shape;191;p32"/>
          <p:cNvSpPr txBox="1"/>
          <p:nvPr>
            <p:ph idx="1" type="subTitle"/>
          </p:nvPr>
        </p:nvSpPr>
        <p:spPr>
          <a:xfrm>
            <a:off x="3528750" y="457200"/>
            <a:ext cx="2086500" cy="3549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400"/>
              <a:buFont typeface="Urbanist Black"/>
              <a:buNone/>
              <a:defRPr/>
            </a:lvl1pPr>
            <a:lvl2pPr lvl="1" algn="ctr">
              <a:spcBef>
                <a:spcPts val="0"/>
              </a:spcBef>
              <a:spcAft>
                <a:spcPts val="0"/>
              </a:spcAft>
              <a:buClr>
                <a:schemeClr val="dk1"/>
              </a:buClr>
              <a:buSzPts val="1400"/>
              <a:buFont typeface="Urbanist Black"/>
              <a:buNone/>
              <a:defRPr/>
            </a:lvl2pPr>
            <a:lvl3pPr lvl="2" algn="ctr">
              <a:spcBef>
                <a:spcPts val="0"/>
              </a:spcBef>
              <a:spcAft>
                <a:spcPts val="0"/>
              </a:spcAft>
              <a:buClr>
                <a:schemeClr val="dk1"/>
              </a:buClr>
              <a:buSzPts val="1400"/>
              <a:buFont typeface="Urbanist Black"/>
              <a:buNone/>
              <a:defRPr/>
            </a:lvl3pPr>
            <a:lvl4pPr lvl="3" algn="ctr">
              <a:spcBef>
                <a:spcPts val="0"/>
              </a:spcBef>
              <a:spcAft>
                <a:spcPts val="0"/>
              </a:spcAft>
              <a:buClr>
                <a:schemeClr val="dk1"/>
              </a:buClr>
              <a:buSzPts val="1400"/>
              <a:buFont typeface="Urbanist Black"/>
              <a:buNone/>
              <a:defRPr/>
            </a:lvl4pPr>
            <a:lvl5pPr lvl="4" algn="ctr">
              <a:spcBef>
                <a:spcPts val="0"/>
              </a:spcBef>
              <a:spcAft>
                <a:spcPts val="0"/>
              </a:spcAft>
              <a:buClr>
                <a:schemeClr val="dk1"/>
              </a:buClr>
              <a:buSzPts val="1400"/>
              <a:buFont typeface="Urbanist Black"/>
              <a:buNone/>
              <a:defRPr/>
            </a:lvl5pPr>
            <a:lvl6pPr lvl="5" algn="ctr">
              <a:spcBef>
                <a:spcPts val="0"/>
              </a:spcBef>
              <a:spcAft>
                <a:spcPts val="0"/>
              </a:spcAft>
              <a:buClr>
                <a:schemeClr val="dk1"/>
              </a:buClr>
              <a:buSzPts val="1400"/>
              <a:buFont typeface="Urbanist Black"/>
              <a:buNone/>
              <a:defRPr/>
            </a:lvl6pPr>
            <a:lvl7pPr lvl="6" algn="ctr">
              <a:spcBef>
                <a:spcPts val="0"/>
              </a:spcBef>
              <a:spcAft>
                <a:spcPts val="0"/>
              </a:spcAft>
              <a:buClr>
                <a:schemeClr val="dk1"/>
              </a:buClr>
              <a:buSzPts val="1400"/>
              <a:buFont typeface="Urbanist Black"/>
              <a:buNone/>
              <a:defRPr/>
            </a:lvl7pPr>
            <a:lvl8pPr lvl="7" algn="ctr">
              <a:spcBef>
                <a:spcPts val="0"/>
              </a:spcBef>
              <a:spcAft>
                <a:spcPts val="0"/>
              </a:spcAft>
              <a:buClr>
                <a:schemeClr val="dk1"/>
              </a:buClr>
              <a:buSzPts val="1400"/>
              <a:buFont typeface="Urbanist Black"/>
              <a:buNone/>
              <a:defRPr/>
            </a:lvl8pPr>
            <a:lvl9pPr lvl="8" algn="ctr">
              <a:spcBef>
                <a:spcPts val="0"/>
              </a:spcBef>
              <a:spcAft>
                <a:spcPts val="0"/>
              </a:spcAft>
              <a:buClr>
                <a:schemeClr val="dk1"/>
              </a:buClr>
              <a:buSzPts val="1400"/>
              <a:buFont typeface="Urbanist Black"/>
              <a:buNone/>
              <a:defRPr/>
            </a:lvl9pPr>
          </a:lstStyle>
          <a:p/>
        </p:txBody>
      </p:sp>
      <p:sp>
        <p:nvSpPr>
          <p:cNvPr id="192" name="Google Shape;192;p32"/>
          <p:cNvSpPr txBox="1"/>
          <p:nvPr>
            <p:ph idx="2" type="subTitle"/>
          </p:nvPr>
        </p:nvSpPr>
        <p:spPr>
          <a:xfrm>
            <a:off x="3528750" y="4564701"/>
            <a:ext cx="2086500" cy="3549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400"/>
              <a:buFont typeface="Urbanist Black"/>
              <a:buNone/>
              <a:defRPr/>
            </a:lvl1pPr>
            <a:lvl2pPr lvl="1" algn="ctr">
              <a:spcBef>
                <a:spcPts val="0"/>
              </a:spcBef>
              <a:spcAft>
                <a:spcPts val="0"/>
              </a:spcAft>
              <a:buClr>
                <a:schemeClr val="dk1"/>
              </a:buClr>
              <a:buSzPts val="1400"/>
              <a:buFont typeface="Urbanist Black"/>
              <a:buNone/>
              <a:defRPr/>
            </a:lvl2pPr>
            <a:lvl3pPr lvl="2" algn="ctr">
              <a:spcBef>
                <a:spcPts val="0"/>
              </a:spcBef>
              <a:spcAft>
                <a:spcPts val="0"/>
              </a:spcAft>
              <a:buClr>
                <a:schemeClr val="dk1"/>
              </a:buClr>
              <a:buSzPts val="1400"/>
              <a:buFont typeface="Urbanist Black"/>
              <a:buNone/>
              <a:defRPr/>
            </a:lvl3pPr>
            <a:lvl4pPr lvl="3" algn="ctr">
              <a:spcBef>
                <a:spcPts val="0"/>
              </a:spcBef>
              <a:spcAft>
                <a:spcPts val="0"/>
              </a:spcAft>
              <a:buClr>
                <a:schemeClr val="dk1"/>
              </a:buClr>
              <a:buSzPts val="1400"/>
              <a:buFont typeface="Urbanist Black"/>
              <a:buNone/>
              <a:defRPr/>
            </a:lvl4pPr>
            <a:lvl5pPr lvl="4" algn="ctr">
              <a:spcBef>
                <a:spcPts val="0"/>
              </a:spcBef>
              <a:spcAft>
                <a:spcPts val="0"/>
              </a:spcAft>
              <a:buClr>
                <a:schemeClr val="dk1"/>
              </a:buClr>
              <a:buSzPts val="1400"/>
              <a:buFont typeface="Urbanist Black"/>
              <a:buNone/>
              <a:defRPr/>
            </a:lvl5pPr>
            <a:lvl6pPr lvl="5" algn="ctr">
              <a:spcBef>
                <a:spcPts val="0"/>
              </a:spcBef>
              <a:spcAft>
                <a:spcPts val="0"/>
              </a:spcAft>
              <a:buClr>
                <a:schemeClr val="dk1"/>
              </a:buClr>
              <a:buSzPts val="1400"/>
              <a:buFont typeface="Urbanist Black"/>
              <a:buNone/>
              <a:defRPr/>
            </a:lvl6pPr>
            <a:lvl7pPr lvl="6" algn="ctr">
              <a:spcBef>
                <a:spcPts val="0"/>
              </a:spcBef>
              <a:spcAft>
                <a:spcPts val="0"/>
              </a:spcAft>
              <a:buClr>
                <a:schemeClr val="dk1"/>
              </a:buClr>
              <a:buSzPts val="1400"/>
              <a:buFont typeface="Urbanist Black"/>
              <a:buNone/>
              <a:defRPr/>
            </a:lvl7pPr>
            <a:lvl8pPr lvl="7" algn="ctr">
              <a:spcBef>
                <a:spcPts val="0"/>
              </a:spcBef>
              <a:spcAft>
                <a:spcPts val="0"/>
              </a:spcAft>
              <a:buClr>
                <a:schemeClr val="dk1"/>
              </a:buClr>
              <a:buSzPts val="1400"/>
              <a:buFont typeface="Urbanist Black"/>
              <a:buNone/>
              <a:defRPr/>
            </a:lvl8pPr>
            <a:lvl9pPr lvl="8" algn="ctr">
              <a:spcBef>
                <a:spcPts val="0"/>
              </a:spcBef>
              <a:spcAft>
                <a:spcPts val="0"/>
              </a:spcAft>
              <a:buClr>
                <a:schemeClr val="dk1"/>
              </a:buClr>
              <a:buSzPts val="1400"/>
              <a:buFont typeface="Urbanist Black"/>
              <a:buNone/>
              <a:defRPr/>
            </a:lvl9pPr>
          </a:lstStyle>
          <a:p/>
        </p:txBody>
      </p:sp>
      <p:sp>
        <p:nvSpPr>
          <p:cNvPr id="193" name="Google Shape;193;p32"/>
          <p:cNvSpPr/>
          <p:nvPr>
            <p:ph idx="3" type="pic"/>
          </p:nvPr>
        </p:nvSpPr>
        <p:spPr>
          <a:xfrm>
            <a:off x="228600" y="2599400"/>
            <a:ext cx="1345200" cy="1965300"/>
          </a:xfrm>
          <a:prstGeom prst="rect">
            <a:avLst/>
          </a:prstGeom>
          <a:noFill/>
          <a:ln>
            <a:noFill/>
          </a:ln>
        </p:spPr>
      </p:sp>
      <p:sp>
        <p:nvSpPr>
          <p:cNvPr id="194" name="Google Shape;194;p32"/>
          <p:cNvSpPr/>
          <p:nvPr>
            <p:ph idx="4" type="pic"/>
          </p:nvPr>
        </p:nvSpPr>
        <p:spPr>
          <a:xfrm>
            <a:off x="6713075" y="4015650"/>
            <a:ext cx="2205600" cy="903900"/>
          </a:xfrm>
          <a:prstGeom prst="rect">
            <a:avLst/>
          </a:prstGeom>
          <a:noFill/>
          <a:ln>
            <a:noFill/>
          </a:ln>
        </p:spPr>
      </p:sp>
      <p:sp>
        <p:nvSpPr>
          <p:cNvPr id="195" name="Google Shape;195;p32"/>
          <p:cNvSpPr txBox="1"/>
          <p:nvPr>
            <p:ph idx="5" type="body"/>
          </p:nvPr>
        </p:nvSpPr>
        <p:spPr>
          <a:xfrm>
            <a:off x="1696950" y="2599400"/>
            <a:ext cx="2079600" cy="12420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Font typeface="Urbanist SemiBold"/>
              <a:buChar char="●"/>
              <a:defRPr/>
            </a:lvl1pPr>
            <a:lvl2pPr indent="-317500" lvl="1" marL="914400" algn="ctr">
              <a:spcBef>
                <a:spcPts val="0"/>
              </a:spcBef>
              <a:spcAft>
                <a:spcPts val="0"/>
              </a:spcAft>
              <a:buSzPts val="1400"/>
              <a:buFont typeface="Urbanist SemiBold"/>
              <a:buChar char="○"/>
              <a:defRPr/>
            </a:lvl2pPr>
            <a:lvl3pPr indent="-317500" lvl="2" marL="1371600" algn="ctr">
              <a:spcBef>
                <a:spcPts val="0"/>
              </a:spcBef>
              <a:spcAft>
                <a:spcPts val="0"/>
              </a:spcAft>
              <a:buSzPts val="1400"/>
              <a:buFont typeface="Urbanist SemiBold"/>
              <a:buChar char="■"/>
              <a:defRPr/>
            </a:lvl3pPr>
            <a:lvl4pPr indent="-317500" lvl="3" marL="1828800" algn="ctr">
              <a:spcBef>
                <a:spcPts val="0"/>
              </a:spcBef>
              <a:spcAft>
                <a:spcPts val="0"/>
              </a:spcAft>
              <a:buSzPts val="1400"/>
              <a:buFont typeface="Urbanist SemiBold"/>
              <a:buChar char="●"/>
              <a:defRPr/>
            </a:lvl4pPr>
            <a:lvl5pPr indent="-317500" lvl="4" marL="2286000" algn="ctr">
              <a:spcBef>
                <a:spcPts val="0"/>
              </a:spcBef>
              <a:spcAft>
                <a:spcPts val="0"/>
              </a:spcAft>
              <a:buSzPts val="1400"/>
              <a:buFont typeface="Urbanist SemiBold"/>
              <a:buChar char="○"/>
              <a:defRPr/>
            </a:lvl5pPr>
            <a:lvl6pPr indent="-317500" lvl="5" marL="2743200" algn="ctr">
              <a:spcBef>
                <a:spcPts val="0"/>
              </a:spcBef>
              <a:spcAft>
                <a:spcPts val="0"/>
              </a:spcAft>
              <a:buSzPts val="1400"/>
              <a:buFont typeface="Urbanist SemiBold"/>
              <a:buChar char="■"/>
              <a:defRPr/>
            </a:lvl6pPr>
            <a:lvl7pPr indent="-317500" lvl="6" marL="3200400" algn="ctr">
              <a:spcBef>
                <a:spcPts val="0"/>
              </a:spcBef>
              <a:spcAft>
                <a:spcPts val="0"/>
              </a:spcAft>
              <a:buSzPts val="1400"/>
              <a:buFont typeface="Urbanist SemiBold"/>
              <a:buChar char="●"/>
              <a:defRPr/>
            </a:lvl7pPr>
            <a:lvl8pPr indent="-317500" lvl="7" marL="3657600" algn="ctr">
              <a:spcBef>
                <a:spcPts val="0"/>
              </a:spcBef>
              <a:spcAft>
                <a:spcPts val="0"/>
              </a:spcAft>
              <a:buSzPts val="1400"/>
              <a:buFont typeface="Urbanist SemiBold"/>
              <a:buChar char="○"/>
              <a:defRPr/>
            </a:lvl8pPr>
            <a:lvl9pPr indent="-317500" lvl="8" marL="4114800" algn="ctr">
              <a:spcBef>
                <a:spcPts val="0"/>
              </a:spcBef>
              <a:spcAft>
                <a:spcPts val="0"/>
              </a:spcAft>
              <a:buSzPts val="1400"/>
              <a:buFont typeface="Urbanist SemiBold"/>
              <a:buChar char="■"/>
              <a:defRPr/>
            </a:lvl9pPr>
          </a:lstStyle>
          <a:p/>
        </p:txBody>
      </p:sp>
      <p:sp>
        <p:nvSpPr>
          <p:cNvPr id="196" name="Google Shape;196;p32"/>
          <p:cNvSpPr txBox="1"/>
          <p:nvPr>
            <p:ph idx="6" type="body"/>
          </p:nvPr>
        </p:nvSpPr>
        <p:spPr>
          <a:xfrm>
            <a:off x="6713075" y="2681500"/>
            <a:ext cx="2202300" cy="1159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Font typeface="Urbanist SemiBold"/>
              <a:buChar char="●"/>
              <a:defRPr/>
            </a:lvl1pPr>
            <a:lvl2pPr indent="-317500" lvl="1" marL="914400" algn="ctr">
              <a:spcBef>
                <a:spcPts val="0"/>
              </a:spcBef>
              <a:spcAft>
                <a:spcPts val="0"/>
              </a:spcAft>
              <a:buSzPts val="1400"/>
              <a:buFont typeface="Urbanist SemiBold"/>
              <a:buChar char="○"/>
              <a:defRPr/>
            </a:lvl2pPr>
            <a:lvl3pPr indent="-317500" lvl="2" marL="1371600" algn="ctr">
              <a:spcBef>
                <a:spcPts val="0"/>
              </a:spcBef>
              <a:spcAft>
                <a:spcPts val="0"/>
              </a:spcAft>
              <a:buSzPts val="1400"/>
              <a:buFont typeface="Urbanist SemiBold"/>
              <a:buChar char="■"/>
              <a:defRPr/>
            </a:lvl3pPr>
            <a:lvl4pPr indent="-317500" lvl="3" marL="1828800" algn="ctr">
              <a:spcBef>
                <a:spcPts val="0"/>
              </a:spcBef>
              <a:spcAft>
                <a:spcPts val="0"/>
              </a:spcAft>
              <a:buSzPts val="1400"/>
              <a:buFont typeface="Urbanist SemiBold"/>
              <a:buChar char="●"/>
              <a:defRPr/>
            </a:lvl4pPr>
            <a:lvl5pPr indent="-317500" lvl="4" marL="2286000" algn="ctr">
              <a:spcBef>
                <a:spcPts val="0"/>
              </a:spcBef>
              <a:spcAft>
                <a:spcPts val="0"/>
              </a:spcAft>
              <a:buSzPts val="1400"/>
              <a:buFont typeface="Urbanist SemiBold"/>
              <a:buChar char="○"/>
              <a:defRPr/>
            </a:lvl5pPr>
            <a:lvl6pPr indent="-317500" lvl="5" marL="2743200" algn="ctr">
              <a:spcBef>
                <a:spcPts val="0"/>
              </a:spcBef>
              <a:spcAft>
                <a:spcPts val="0"/>
              </a:spcAft>
              <a:buSzPts val="1400"/>
              <a:buFont typeface="Urbanist SemiBold"/>
              <a:buChar char="■"/>
              <a:defRPr/>
            </a:lvl6pPr>
            <a:lvl7pPr indent="-317500" lvl="6" marL="3200400" algn="ctr">
              <a:spcBef>
                <a:spcPts val="0"/>
              </a:spcBef>
              <a:spcAft>
                <a:spcPts val="0"/>
              </a:spcAft>
              <a:buSzPts val="1400"/>
              <a:buFont typeface="Urbanist SemiBold"/>
              <a:buChar char="●"/>
              <a:defRPr/>
            </a:lvl7pPr>
            <a:lvl8pPr indent="-317500" lvl="7" marL="3657600" algn="ctr">
              <a:spcBef>
                <a:spcPts val="0"/>
              </a:spcBef>
              <a:spcAft>
                <a:spcPts val="0"/>
              </a:spcAft>
              <a:buSzPts val="1400"/>
              <a:buFont typeface="Urbanist SemiBold"/>
              <a:buChar char="○"/>
              <a:defRPr/>
            </a:lvl8pPr>
            <a:lvl9pPr indent="-317500" lvl="8" marL="4114800" algn="ctr">
              <a:spcBef>
                <a:spcPts val="0"/>
              </a:spcBef>
              <a:spcAft>
                <a:spcPts val="0"/>
              </a:spcAft>
              <a:buSzPts val="1400"/>
              <a:buFont typeface="Urbanist SemiBold"/>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20">
    <p:bg>
      <p:bgPr>
        <a:solidFill>
          <a:schemeClr val="dk2"/>
        </a:solidFill>
      </p:bgPr>
    </p:bg>
    <p:spTree>
      <p:nvGrpSpPr>
        <p:cNvPr id="197" name="Shape 197"/>
        <p:cNvGrpSpPr/>
        <p:nvPr/>
      </p:nvGrpSpPr>
      <p:grpSpPr>
        <a:xfrm>
          <a:off x="0" y="0"/>
          <a:ext cx="0" cy="0"/>
          <a:chOff x="0" y="0"/>
          <a:chExt cx="0" cy="0"/>
        </a:xfrm>
      </p:grpSpPr>
      <p:sp>
        <p:nvSpPr>
          <p:cNvPr id="198" name="Google Shape;198;p33"/>
          <p:cNvSpPr/>
          <p:nvPr>
            <p:ph idx="2" type="pic"/>
          </p:nvPr>
        </p:nvSpPr>
        <p:spPr>
          <a:xfrm>
            <a:off x="228600" y="1684125"/>
            <a:ext cx="2813700" cy="1670400"/>
          </a:xfrm>
          <a:prstGeom prst="rect">
            <a:avLst/>
          </a:prstGeom>
          <a:noFill/>
          <a:ln>
            <a:noFill/>
          </a:ln>
        </p:spPr>
      </p:sp>
      <p:sp>
        <p:nvSpPr>
          <p:cNvPr id="199" name="Google Shape;199;p33"/>
          <p:cNvSpPr/>
          <p:nvPr>
            <p:ph idx="3" type="pic"/>
          </p:nvPr>
        </p:nvSpPr>
        <p:spPr>
          <a:xfrm>
            <a:off x="3165375" y="1684125"/>
            <a:ext cx="2813700" cy="1670400"/>
          </a:xfrm>
          <a:prstGeom prst="rect">
            <a:avLst/>
          </a:prstGeom>
          <a:noFill/>
          <a:ln>
            <a:noFill/>
          </a:ln>
        </p:spPr>
      </p:sp>
      <p:sp>
        <p:nvSpPr>
          <p:cNvPr id="200" name="Google Shape;200;p33"/>
          <p:cNvSpPr/>
          <p:nvPr>
            <p:ph idx="4" type="pic"/>
          </p:nvPr>
        </p:nvSpPr>
        <p:spPr>
          <a:xfrm>
            <a:off x="6101975" y="1684125"/>
            <a:ext cx="2813700" cy="1670400"/>
          </a:xfrm>
          <a:prstGeom prst="rect">
            <a:avLst/>
          </a:prstGeom>
          <a:noFill/>
          <a:ln>
            <a:noFill/>
          </a:ln>
        </p:spPr>
      </p:sp>
      <p:sp>
        <p:nvSpPr>
          <p:cNvPr id="201" name="Google Shape;201;p33"/>
          <p:cNvSpPr txBox="1"/>
          <p:nvPr>
            <p:ph type="title"/>
          </p:nvPr>
        </p:nvSpPr>
        <p:spPr>
          <a:xfrm>
            <a:off x="228600" y="234925"/>
            <a:ext cx="8689800" cy="13119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10000"/>
              <a:buFont typeface="Oswald"/>
              <a:buNone/>
              <a:defRPr sz="10000">
                <a:solidFill>
                  <a:schemeClr val="lt1"/>
                </a:solidFill>
              </a:defRPr>
            </a:lvl1pPr>
            <a:lvl2pPr lvl="1" algn="ctr">
              <a:spcBef>
                <a:spcPts val="0"/>
              </a:spcBef>
              <a:spcAft>
                <a:spcPts val="0"/>
              </a:spcAft>
              <a:buClr>
                <a:schemeClr val="lt1"/>
              </a:buClr>
              <a:buSzPts val="9400"/>
              <a:buFont typeface="Oswald"/>
              <a:buNone/>
              <a:defRPr>
                <a:solidFill>
                  <a:schemeClr val="lt1"/>
                </a:solidFill>
              </a:defRPr>
            </a:lvl2pPr>
            <a:lvl3pPr lvl="2" algn="ctr">
              <a:spcBef>
                <a:spcPts val="0"/>
              </a:spcBef>
              <a:spcAft>
                <a:spcPts val="0"/>
              </a:spcAft>
              <a:buClr>
                <a:schemeClr val="lt1"/>
              </a:buClr>
              <a:buSzPts val="9400"/>
              <a:buFont typeface="Oswald"/>
              <a:buNone/>
              <a:defRPr>
                <a:solidFill>
                  <a:schemeClr val="lt1"/>
                </a:solidFill>
              </a:defRPr>
            </a:lvl3pPr>
            <a:lvl4pPr lvl="3" algn="ctr">
              <a:spcBef>
                <a:spcPts val="0"/>
              </a:spcBef>
              <a:spcAft>
                <a:spcPts val="0"/>
              </a:spcAft>
              <a:buClr>
                <a:schemeClr val="lt1"/>
              </a:buClr>
              <a:buSzPts val="9400"/>
              <a:buFont typeface="Oswald"/>
              <a:buNone/>
              <a:defRPr>
                <a:solidFill>
                  <a:schemeClr val="lt1"/>
                </a:solidFill>
              </a:defRPr>
            </a:lvl4pPr>
            <a:lvl5pPr lvl="4" algn="ctr">
              <a:spcBef>
                <a:spcPts val="0"/>
              </a:spcBef>
              <a:spcAft>
                <a:spcPts val="0"/>
              </a:spcAft>
              <a:buClr>
                <a:schemeClr val="lt1"/>
              </a:buClr>
              <a:buSzPts val="9400"/>
              <a:buFont typeface="Oswald"/>
              <a:buNone/>
              <a:defRPr>
                <a:solidFill>
                  <a:schemeClr val="lt1"/>
                </a:solidFill>
              </a:defRPr>
            </a:lvl5pPr>
            <a:lvl6pPr lvl="5" algn="ctr">
              <a:spcBef>
                <a:spcPts val="0"/>
              </a:spcBef>
              <a:spcAft>
                <a:spcPts val="0"/>
              </a:spcAft>
              <a:buClr>
                <a:schemeClr val="lt1"/>
              </a:buClr>
              <a:buSzPts val="9400"/>
              <a:buFont typeface="Oswald"/>
              <a:buNone/>
              <a:defRPr>
                <a:solidFill>
                  <a:schemeClr val="lt1"/>
                </a:solidFill>
              </a:defRPr>
            </a:lvl6pPr>
            <a:lvl7pPr lvl="6" algn="ctr">
              <a:spcBef>
                <a:spcPts val="0"/>
              </a:spcBef>
              <a:spcAft>
                <a:spcPts val="0"/>
              </a:spcAft>
              <a:buClr>
                <a:schemeClr val="lt1"/>
              </a:buClr>
              <a:buSzPts val="9400"/>
              <a:buFont typeface="Oswald"/>
              <a:buNone/>
              <a:defRPr>
                <a:solidFill>
                  <a:schemeClr val="lt1"/>
                </a:solidFill>
              </a:defRPr>
            </a:lvl7pPr>
            <a:lvl8pPr lvl="7" algn="ctr">
              <a:spcBef>
                <a:spcPts val="0"/>
              </a:spcBef>
              <a:spcAft>
                <a:spcPts val="0"/>
              </a:spcAft>
              <a:buClr>
                <a:schemeClr val="lt1"/>
              </a:buClr>
              <a:buSzPts val="9400"/>
              <a:buFont typeface="Oswald"/>
              <a:buNone/>
              <a:defRPr>
                <a:solidFill>
                  <a:schemeClr val="lt1"/>
                </a:solidFill>
              </a:defRPr>
            </a:lvl8pPr>
            <a:lvl9pPr lvl="8" algn="ctr">
              <a:spcBef>
                <a:spcPts val="0"/>
              </a:spcBef>
              <a:spcAft>
                <a:spcPts val="0"/>
              </a:spcAft>
              <a:buClr>
                <a:schemeClr val="lt1"/>
              </a:buClr>
              <a:buSzPts val="9400"/>
              <a:buFont typeface="Oswald"/>
              <a:buNone/>
              <a:defRPr>
                <a:solidFill>
                  <a:schemeClr val="lt1"/>
                </a:solidFill>
              </a:defRPr>
            </a:lvl9pPr>
          </a:lstStyle>
          <a:p/>
        </p:txBody>
      </p:sp>
      <p:sp>
        <p:nvSpPr>
          <p:cNvPr id="202" name="Google Shape;202;p33"/>
          <p:cNvSpPr txBox="1"/>
          <p:nvPr>
            <p:ph idx="1" type="subTitle"/>
          </p:nvPr>
        </p:nvSpPr>
        <p:spPr>
          <a:xfrm>
            <a:off x="228600" y="3404100"/>
            <a:ext cx="2813700" cy="449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Urbanist Black"/>
              <a:buNone/>
              <a:defRPr>
                <a:solidFill>
                  <a:schemeClr val="lt1"/>
                </a:solidFill>
              </a:defRPr>
            </a:lvl1pPr>
            <a:lvl2pPr lvl="1" algn="ctr">
              <a:spcBef>
                <a:spcPts val="0"/>
              </a:spcBef>
              <a:spcAft>
                <a:spcPts val="0"/>
              </a:spcAft>
              <a:buClr>
                <a:schemeClr val="lt1"/>
              </a:buClr>
              <a:buSzPts val="1400"/>
              <a:buFont typeface="Urbanist Black"/>
              <a:buNone/>
              <a:defRPr>
                <a:solidFill>
                  <a:schemeClr val="lt1"/>
                </a:solidFill>
              </a:defRPr>
            </a:lvl2pPr>
            <a:lvl3pPr lvl="2" algn="ctr">
              <a:spcBef>
                <a:spcPts val="0"/>
              </a:spcBef>
              <a:spcAft>
                <a:spcPts val="0"/>
              </a:spcAft>
              <a:buClr>
                <a:schemeClr val="lt1"/>
              </a:buClr>
              <a:buSzPts val="1400"/>
              <a:buFont typeface="Urbanist Black"/>
              <a:buNone/>
              <a:defRPr>
                <a:solidFill>
                  <a:schemeClr val="lt1"/>
                </a:solidFill>
              </a:defRPr>
            </a:lvl3pPr>
            <a:lvl4pPr lvl="3" algn="ctr">
              <a:spcBef>
                <a:spcPts val="0"/>
              </a:spcBef>
              <a:spcAft>
                <a:spcPts val="0"/>
              </a:spcAft>
              <a:buClr>
                <a:schemeClr val="lt1"/>
              </a:buClr>
              <a:buSzPts val="1400"/>
              <a:buFont typeface="Urbanist Black"/>
              <a:buNone/>
              <a:defRPr>
                <a:solidFill>
                  <a:schemeClr val="lt1"/>
                </a:solidFill>
              </a:defRPr>
            </a:lvl4pPr>
            <a:lvl5pPr lvl="4" algn="ctr">
              <a:spcBef>
                <a:spcPts val="0"/>
              </a:spcBef>
              <a:spcAft>
                <a:spcPts val="0"/>
              </a:spcAft>
              <a:buClr>
                <a:schemeClr val="lt1"/>
              </a:buClr>
              <a:buSzPts val="1400"/>
              <a:buFont typeface="Urbanist Black"/>
              <a:buNone/>
              <a:defRPr>
                <a:solidFill>
                  <a:schemeClr val="lt1"/>
                </a:solidFill>
              </a:defRPr>
            </a:lvl5pPr>
            <a:lvl6pPr lvl="5" algn="ctr">
              <a:spcBef>
                <a:spcPts val="0"/>
              </a:spcBef>
              <a:spcAft>
                <a:spcPts val="0"/>
              </a:spcAft>
              <a:buClr>
                <a:schemeClr val="lt1"/>
              </a:buClr>
              <a:buSzPts val="1400"/>
              <a:buFont typeface="Urbanist Black"/>
              <a:buNone/>
              <a:defRPr>
                <a:solidFill>
                  <a:schemeClr val="lt1"/>
                </a:solidFill>
              </a:defRPr>
            </a:lvl6pPr>
            <a:lvl7pPr lvl="6" algn="ctr">
              <a:spcBef>
                <a:spcPts val="0"/>
              </a:spcBef>
              <a:spcAft>
                <a:spcPts val="0"/>
              </a:spcAft>
              <a:buClr>
                <a:schemeClr val="lt1"/>
              </a:buClr>
              <a:buSzPts val="1400"/>
              <a:buFont typeface="Urbanist Black"/>
              <a:buNone/>
              <a:defRPr>
                <a:solidFill>
                  <a:schemeClr val="lt1"/>
                </a:solidFill>
              </a:defRPr>
            </a:lvl7pPr>
            <a:lvl8pPr lvl="7" algn="ctr">
              <a:spcBef>
                <a:spcPts val="0"/>
              </a:spcBef>
              <a:spcAft>
                <a:spcPts val="0"/>
              </a:spcAft>
              <a:buClr>
                <a:schemeClr val="lt1"/>
              </a:buClr>
              <a:buSzPts val="1400"/>
              <a:buFont typeface="Urbanist Black"/>
              <a:buNone/>
              <a:defRPr>
                <a:solidFill>
                  <a:schemeClr val="lt1"/>
                </a:solidFill>
              </a:defRPr>
            </a:lvl8pPr>
            <a:lvl9pPr lvl="8" algn="ctr">
              <a:spcBef>
                <a:spcPts val="0"/>
              </a:spcBef>
              <a:spcAft>
                <a:spcPts val="0"/>
              </a:spcAft>
              <a:buClr>
                <a:schemeClr val="lt1"/>
              </a:buClr>
              <a:buSzPts val="1400"/>
              <a:buFont typeface="Urbanist Black"/>
              <a:buNone/>
              <a:defRPr>
                <a:solidFill>
                  <a:schemeClr val="lt1"/>
                </a:solidFill>
              </a:defRPr>
            </a:lvl9pPr>
          </a:lstStyle>
          <a:p/>
        </p:txBody>
      </p:sp>
      <p:sp>
        <p:nvSpPr>
          <p:cNvPr id="203" name="Google Shape;203;p33"/>
          <p:cNvSpPr txBox="1"/>
          <p:nvPr>
            <p:ph idx="5" type="subTitle"/>
          </p:nvPr>
        </p:nvSpPr>
        <p:spPr>
          <a:xfrm>
            <a:off x="3165300" y="3404100"/>
            <a:ext cx="2813700" cy="449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Urbanist Black"/>
              <a:buNone/>
              <a:defRPr>
                <a:solidFill>
                  <a:schemeClr val="lt1"/>
                </a:solidFill>
              </a:defRPr>
            </a:lvl1pPr>
            <a:lvl2pPr lvl="1" algn="ctr">
              <a:spcBef>
                <a:spcPts val="0"/>
              </a:spcBef>
              <a:spcAft>
                <a:spcPts val="0"/>
              </a:spcAft>
              <a:buClr>
                <a:schemeClr val="lt1"/>
              </a:buClr>
              <a:buSzPts val="1400"/>
              <a:buFont typeface="Urbanist Black"/>
              <a:buNone/>
              <a:defRPr>
                <a:solidFill>
                  <a:schemeClr val="lt1"/>
                </a:solidFill>
              </a:defRPr>
            </a:lvl2pPr>
            <a:lvl3pPr lvl="2" algn="ctr">
              <a:spcBef>
                <a:spcPts val="0"/>
              </a:spcBef>
              <a:spcAft>
                <a:spcPts val="0"/>
              </a:spcAft>
              <a:buClr>
                <a:schemeClr val="lt1"/>
              </a:buClr>
              <a:buSzPts val="1400"/>
              <a:buFont typeface="Urbanist Black"/>
              <a:buNone/>
              <a:defRPr>
                <a:solidFill>
                  <a:schemeClr val="lt1"/>
                </a:solidFill>
              </a:defRPr>
            </a:lvl3pPr>
            <a:lvl4pPr lvl="3" algn="ctr">
              <a:spcBef>
                <a:spcPts val="0"/>
              </a:spcBef>
              <a:spcAft>
                <a:spcPts val="0"/>
              </a:spcAft>
              <a:buClr>
                <a:schemeClr val="lt1"/>
              </a:buClr>
              <a:buSzPts val="1400"/>
              <a:buFont typeface="Urbanist Black"/>
              <a:buNone/>
              <a:defRPr>
                <a:solidFill>
                  <a:schemeClr val="lt1"/>
                </a:solidFill>
              </a:defRPr>
            </a:lvl4pPr>
            <a:lvl5pPr lvl="4" algn="ctr">
              <a:spcBef>
                <a:spcPts val="0"/>
              </a:spcBef>
              <a:spcAft>
                <a:spcPts val="0"/>
              </a:spcAft>
              <a:buClr>
                <a:schemeClr val="lt1"/>
              </a:buClr>
              <a:buSzPts val="1400"/>
              <a:buFont typeface="Urbanist Black"/>
              <a:buNone/>
              <a:defRPr>
                <a:solidFill>
                  <a:schemeClr val="lt1"/>
                </a:solidFill>
              </a:defRPr>
            </a:lvl5pPr>
            <a:lvl6pPr lvl="5" algn="ctr">
              <a:spcBef>
                <a:spcPts val="0"/>
              </a:spcBef>
              <a:spcAft>
                <a:spcPts val="0"/>
              </a:spcAft>
              <a:buClr>
                <a:schemeClr val="lt1"/>
              </a:buClr>
              <a:buSzPts val="1400"/>
              <a:buFont typeface="Urbanist Black"/>
              <a:buNone/>
              <a:defRPr>
                <a:solidFill>
                  <a:schemeClr val="lt1"/>
                </a:solidFill>
              </a:defRPr>
            </a:lvl6pPr>
            <a:lvl7pPr lvl="6" algn="ctr">
              <a:spcBef>
                <a:spcPts val="0"/>
              </a:spcBef>
              <a:spcAft>
                <a:spcPts val="0"/>
              </a:spcAft>
              <a:buClr>
                <a:schemeClr val="lt1"/>
              </a:buClr>
              <a:buSzPts val="1400"/>
              <a:buFont typeface="Urbanist Black"/>
              <a:buNone/>
              <a:defRPr>
                <a:solidFill>
                  <a:schemeClr val="lt1"/>
                </a:solidFill>
              </a:defRPr>
            </a:lvl7pPr>
            <a:lvl8pPr lvl="7" algn="ctr">
              <a:spcBef>
                <a:spcPts val="0"/>
              </a:spcBef>
              <a:spcAft>
                <a:spcPts val="0"/>
              </a:spcAft>
              <a:buClr>
                <a:schemeClr val="lt1"/>
              </a:buClr>
              <a:buSzPts val="1400"/>
              <a:buFont typeface="Urbanist Black"/>
              <a:buNone/>
              <a:defRPr>
                <a:solidFill>
                  <a:schemeClr val="lt1"/>
                </a:solidFill>
              </a:defRPr>
            </a:lvl8pPr>
            <a:lvl9pPr lvl="8" algn="ctr">
              <a:spcBef>
                <a:spcPts val="0"/>
              </a:spcBef>
              <a:spcAft>
                <a:spcPts val="0"/>
              </a:spcAft>
              <a:buClr>
                <a:schemeClr val="lt1"/>
              </a:buClr>
              <a:buSzPts val="1400"/>
              <a:buFont typeface="Urbanist Black"/>
              <a:buNone/>
              <a:defRPr>
                <a:solidFill>
                  <a:schemeClr val="lt1"/>
                </a:solidFill>
              </a:defRPr>
            </a:lvl9pPr>
          </a:lstStyle>
          <a:p/>
        </p:txBody>
      </p:sp>
      <p:sp>
        <p:nvSpPr>
          <p:cNvPr id="204" name="Google Shape;204;p33"/>
          <p:cNvSpPr txBox="1"/>
          <p:nvPr>
            <p:ph idx="6" type="subTitle"/>
          </p:nvPr>
        </p:nvSpPr>
        <p:spPr>
          <a:xfrm>
            <a:off x="6101950" y="3404100"/>
            <a:ext cx="2813700" cy="449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400"/>
              <a:buFont typeface="Urbanist Black"/>
              <a:buNone/>
              <a:defRPr>
                <a:solidFill>
                  <a:schemeClr val="lt1"/>
                </a:solidFill>
              </a:defRPr>
            </a:lvl1pPr>
            <a:lvl2pPr lvl="1" algn="ctr">
              <a:spcBef>
                <a:spcPts val="0"/>
              </a:spcBef>
              <a:spcAft>
                <a:spcPts val="0"/>
              </a:spcAft>
              <a:buClr>
                <a:schemeClr val="lt1"/>
              </a:buClr>
              <a:buSzPts val="1400"/>
              <a:buFont typeface="Urbanist Black"/>
              <a:buNone/>
              <a:defRPr>
                <a:solidFill>
                  <a:schemeClr val="lt1"/>
                </a:solidFill>
              </a:defRPr>
            </a:lvl2pPr>
            <a:lvl3pPr lvl="2" algn="ctr">
              <a:spcBef>
                <a:spcPts val="0"/>
              </a:spcBef>
              <a:spcAft>
                <a:spcPts val="0"/>
              </a:spcAft>
              <a:buClr>
                <a:schemeClr val="lt1"/>
              </a:buClr>
              <a:buSzPts val="1400"/>
              <a:buFont typeface="Urbanist Black"/>
              <a:buNone/>
              <a:defRPr>
                <a:solidFill>
                  <a:schemeClr val="lt1"/>
                </a:solidFill>
              </a:defRPr>
            </a:lvl3pPr>
            <a:lvl4pPr lvl="3" algn="ctr">
              <a:spcBef>
                <a:spcPts val="0"/>
              </a:spcBef>
              <a:spcAft>
                <a:spcPts val="0"/>
              </a:spcAft>
              <a:buClr>
                <a:schemeClr val="lt1"/>
              </a:buClr>
              <a:buSzPts val="1400"/>
              <a:buFont typeface="Urbanist Black"/>
              <a:buNone/>
              <a:defRPr>
                <a:solidFill>
                  <a:schemeClr val="lt1"/>
                </a:solidFill>
              </a:defRPr>
            </a:lvl4pPr>
            <a:lvl5pPr lvl="4" algn="ctr">
              <a:spcBef>
                <a:spcPts val="0"/>
              </a:spcBef>
              <a:spcAft>
                <a:spcPts val="0"/>
              </a:spcAft>
              <a:buClr>
                <a:schemeClr val="lt1"/>
              </a:buClr>
              <a:buSzPts val="1400"/>
              <a:buFont typeface="Urbanist Black"/>
              <a:buNone/>
              <a:defRPr>
                <a:solidFill>
                  <a:schemeClr val="lt1"/>
                </a:solidFill>
              </a:defRPr>
            </a:lvl5pPr>
            <a:lvl6pPr lvl="5" algn="ctr">
              <a:spcBef>
                <a:spcPts val="0"/>
              </a:spcBef>
              <a:spcAft>
                <a:spcPts val="0"/>
              </a:spcAft>
              <a:buClr>
                <a:schemeClr val="lt1"/>
              </a:buClr>
              <a:buSzPts val="1400"/>
              <a:buFont typeface="Urbanist Black"/>
              <a:buNone/>
              <a:defRPr>
                <a:solidFill>
                  <a:schemeClr val="lt1"/>
                </a:solidFill>
              </a:defRPr>
            </a:lvl6pPr>
            <a:lvl7pPr lvl="6" algn="ctr">
              <a:spcBef>
                <a:spcPts val="0"/>
              </a:spcBef>
              <a:spcAft>
                <a:spcPts val="0"/>
              </a:spcAft>
              <a:buClr>
                <a:schemeClr val="lt1"/>
              </a:buClr>
              <a:buSzPts val="1400"/>
              <a:buFont typeface="Urbanist Black"/>
              <a:buNone/>
              <a:defRPr>
                <a:solidFill>
                  <a:schemeClr val="lt1"/>
                </a:solidFill>
              </a:defRPr>
            </a:lvl7pPr>
            <a:lvl8pPr lvl="7" algn="ctr">
              <a:spcBef>
                <a:spcPts val="0"/>
              </a:spcBef>
              <a:spcAft>
                <a:spcPts val="0"/>
              </a:spcAft>
              <a:buClr>
                <a:schemeClr val="lt1"/>
              </a:buClr>
              <a:buSzPts val="1400"/>
              <a:buFont typeface="Urbanist Black"/>
              <a:buNone/>
              <a:defRPr>
                <a:solidFill>
                  <a:schemeClr val="lt1"/>
                </a:solidFill>
              </a:defRPr>
            </a:lvl8pPr>
            <a:lvl9pPr lvl="8" algn="ctr">
              <a:spcBef>
                <a:spcPts val="0"/>
              </a:spcBef>
              <a:spcAft>
                <a:spcPts val="0"/>
              </a:spcAft>
              <a:buClr>
                <a:schemeClr val="lt1"/>
              </a:buClr>
              <a:buSzPts val="1400"/>
              <a:buFont typeface="Urbanist Black"/>
              <a:buNone/>
              <a:defRPr>
                <a:solidFill>
                  <a:schemeClr val="lt1"/>
                </a:solidFill>
              </a:defRPr>
            </a:lvl9pPr>
          </a:lstStyle>
          <a:p/>
        </p:txBody>
      </p:sp>
      <p:sp>
        <p:nvSpPr>
          <p:cNvPr id="205" name="Google Shape;205;p33"/>
          <p:cNvSpPr txBox="1"/>
          <p:nvPr>
            <p:ph idx="7" type="body"/>
          </p:nvPr>
        </p:nvSpPr>
        <p:spPr>
          <a:xfrm>
            <a:off x="228600" y="3902775"/>
            <a:ext cx="2813700" cy="10173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Clr>
                <a:schemeClr val="lt1"/>
              </a:buClr>
              <a:buSzPts val="1400"/>
              <a:buFont typeface="Urbanist SemiBold"/>
              <a:buChar char="●"/>
              <a:defRPr>
                <a:solidFill>
                  <a:schemeClr val="lt1"/>
                </a:solidFill>
              </a:defRPr>
            </a:lvl1pPr>
            <a:lvl2pPr indent="-317500" lvl="1" marL="914400" algn="ctr">
              <a:spcBef>
                <a:spcPts val="0"/>
              </a:spcBef>
              <a:spcAft>
                <a:spcPts val="0"/>
              </a:spcAft>
              <a:buClr>
                <a:schemeClr val="lt1"/>
              </a:buClr>
              <a:buSzPts val="1400"/>
              <a:buFont typeface="Urbanist SemiBold"/>
              <a:buChar char="○"/>
              <a:defRPr>
                <a:solidFill>
                  <a:schemeClr val="lt1"/>
                </a:solidFill>
              </a:defRPr>
            </a:lvl2pPr>
            <a:lvl3pPr indent="-317500" lvl="2" marL="1371600" algn="ctr">
              <a:spcBef>
                <a:spcPts val="0"/>
              </a:spcBef>
              <a:spcAft>
                <a:spcPts val="0"/>
              </a:spcAft>
              <a:buClr>
                <a:schemeClr val="lt1"/>
              </a:buClr>
              <a:buSzPts val="1400"/>
              <a:buFont typeface="Urbanist SemiBold"/>
              <a:buChar char="■"/>
              <a:defRPr>
                <a:solidFill>
                  <a:schemeClr val="lt1"/>
                </a:solidFill>
              </a:defRPr>
            </a:lvl3pPr>
            <a:lvl4pPr indent="-317500" lvl="3" marL="1828800" algn="ctr">
              <a:spcBef>
                <a:spcPts val="0"/>
              </a:spcBef>
              <a:spcAft>
                <a:spcPts val="0"/>
              </a:spcAft>
              <a:buClr>
                <a:schemeClr val="lt1"/>
              </a:buClr>
              <a:buSzPts val="1400"/>
              <a:buFont typeface="Urbanist SemiBold"/>
              <a:buChar char="●"/>
              <a:defRPr>
                <a:solidFill>
                  <a:schemeClr val="lt1"/>
                </a:solidFill>
              </a:defRPr>
            </a:lvl4pPr>
            <a:lvl5pPr indent="-317500" lvl="4" marL="2286000" algn="ctr">
              <a:spcBef>
                <a:spcPts val="0"/>
              </a:spcBef>
              <a:spcAft>
                <a:spcPts val="0"/>
              </a:spcAft>
              <a:buClr>
                <a:schemeClr val="lt1"/>
              </a:buClr>
              <a:buSzPts val="1400"/>
              <a:buFont typeface="Urbanist SemiBold"/>
              <a:buChar char="○"/>
              <a:defRPr>
                <a:solidFill>
                  <a:schemeClr val="lt1"/>
                </a:solidFill>
              </a:defRPr>
            </a:lvl5pPr>
            <a:lvl6pPr indent="-317500" lvl="5" marL="2743200" algn="ctr">
              <a:spcBef>
                <a:spcPts val="0"/>
              </a:spcBef>
              <a:spcAft>
                <a:spcPts val="0"/>
              </a:spcAft>
              <a:buClr>
                <a:schemeClr val="lt1"/>
              </a:buClr>
              <a:buSzPts val="1400"/>
              <a:buFont typeface="Urbanist SemiBold"/>
              <a:buChar char="■"/>
              <a:defRPr>
                <a:solidFill>
                  <a:schemeClr val="lt1"/>
                </a:solidFill>
              </a:defRPr>
            </a:lvl6pPr>
            <a:lvl7pPr indent="-317500" lvl="6" marL="3200400" algn="ctr">
              <a:spcBef>
                <a:spcPts val="0"/>
              </a:spcBef>
              <a:spcAft>
                <a:spcPts val="0"/>
              </a:spcAft>
              <a:buClr>
                <a:schemeClr val="lt1"/>
              </a:buClr>
              <a:buSzPts val="1400"/>
              <a:buFont typeface="Urbanist SemiBold"/>
              <a:buChar char="●"/>
              <a:defRPr>
                <a:solidFill>
                  <a:schemeClr val="lt1"/>
                </a:solidFill>
              </a:defRPr>
            </a:lvl7pPr>
            <a:lvl8pPr indent="-317500" lvl="7" marL="3657600" algn="ctr">
              <a:spcBef>
                <a:spcPts val="0"/>
              </a:spcBef>
              <a:spcAft>
                <a:spcPts val="0"/>
              </a:spcAft>
              <a:buClr>
                <a:schemeClr val="lt1"/>
              </a:buClr>
              <a:buSzPts val="1400"/>
              <a:buFont typeface="Urbanist SemiBold"/>
              <a:buChar char="○"/>
              <a:defRPr>
                <a:solidFill>
                  <a:schemeClr val="lt1"/>
                </a:solidFill>
              </a:defRPr>
            </a:lvl8pPr>
            <a:lvl9pPr indent="-317500" lvl="8" marL="4114800" algn="ctr">
              <a:spcBef>
                <a:spcPts val="0"/>
              </a:spcBef>
              <a:spcAft>
                <a:spcPts val="0"/>
              </a:spcAft>
              <a:buClr>
                <a:schemeClr val="lt1"/>
              </a:buClr>
              <a:buSzPts val="1400"/>
              <a:buFont typeface="Urbanist SemiBold"/>
              <a:buChar char="■"/>
              <a:defRPr>
                <a:solidFill>
                  <a:schemeClr val="lt1"/>
                </a:solidFill>
              </a:defRPr>
            </a:lvl9pPr>
          </a:lstStyle>
          <a:p/>
        </p:txBody>
      </p:sp>
      <p:sp>
        <p:nvSpPr>
          <p:cNvPr id="206" name="Google Shape;206;p33"/>
          <p:cNvSpPr txBox="1"/>
          <p:nvPr>
            <p:ph idx="8" type="body"/>
          </p:nvPr>
        </p:nvSpPr>
        <p:spPr>
          <a:xfrm>
            <a:off x="3165300" y="3902775"/>
            <a:ext cx="2813700" cy="10173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Clr>
                <a:schemeClr val="lt1"/>
              </a:buClr>
              <a:buSzPts val="1400"/>
              <a:buFont typeface="Urbanist SemiBold"/>
              <a:buChar char="●"/>
              <a:defRPr>
                <a:solidFill>
                  <a:schemeClr val="lt1"/>
                </a:solidFill>
              </a:defRPr>
            </a:lvl1pPr>
            <a:lvl2pPr indent="-317500" lvl="1" marL="914400" algn="ctr">
              <a:spcBef>
                <a:spcPts val="0"/>
              </a:spcBef>
              <a:spcAft>
                <a:spcPts val="0"/>
              </a:spcAft>
              <a:buClr>
                <a:schemeClr val="lt1"/>
              </a:buClr>
              <a:buSzPts val="1400"/>
              <a:buFont typeface="Urbanist SemiBold"/>
              <a:buChar char="○"/>
              <a:defRPr>
                <a:solidFill>
                  <a:schemeClr val="lt1"/>
                </a:solidFill>
              </a:defRPr>
            </a:lvl2pPr>
            <a:lvl3pPr indent="-317500" lvl="2" marL="1371600" algn="ctr">
              <a:spcBef>
                <a:spcPts val="0"/>
              </a:spcBef>
              <a:spcAft>
                <a:spcPts val="0"/>
              </a:spcAft>
              <a:buClr>
                <a:schemeClr val="lt1"/>
              </a:buClr>
              <a:buSzPts val="1400"/>
              <a:buFont typeface="Urbanist SemiBold"/>
              <a:buChar char="■"/>
              <a:defRPr>
                <a:solidFill>
                  <a:schemeClr val="lt1"/>
                </a:solidFill>
              </a:defRPr>
            </a:lvl3pPr>
            <a:lvl4pPr indent="-317500" lvl="3" marL="1828800" algn="ctr">
              <a:spcBef>
                <a:spcPts val="0"/>
              </a:spcBef>
              <a:spcAft>
                <a:spcPts val="0"/>
              </a:spcAft>
              <a:buClr>
                <a:schemeClr val="lt1"/>
              </a:buClr>
              <a:buSzPts val="1400"/>
              <a:buFont typeface="Urbanist SemiBold"/>
              <a:buChar char="●"/>
              <a:defRPr>
                <a:solidFill>
                  <a:schemeClr val="lt1"/>
                </a:solidFill>
              </a:defRPr>
            </a:lvl4pPr>
            <a:lvl5pPr indent="-317500" lvl="4" marL="2286000" algn="ctr">
              <a:spcBef>
                <a:spcPts val="0"/>
              </a:spcBef>
              <a:spcAft>
                <a:spcPts val="0"/>
              </a:spcAft>
              <a:buClr>
                <a:schemeClr val="lt1"/>
              </a:buClr>
              <a:buSzPts val="1400"/>
              <a:buFont typeface="Urbanist SemiBold"/>
              <a:buChar char="○"/>
              <a:defRPr>
                <a:solidFill>
                  <a:schemeClr val="lt1"/>
                </a:solidFill>
              </a:defRPr>
            </a:lvl5pPr>
            <a:lvl6pPr indent="-317500" lvl="5" marL="2743200" algn="ctr">
              <a:spcBef>
                <a:spcPts val="0"/>
              </a:spcBef>
              <a:spcAft>
                <a:spcPts val="0"/>
              </a:spcAft>
              <a:buClr>
                <a:schemeClr val="lt1"/>
              </a:buClr>
              <a:buSzPts val="1400"/>
              <a:buFont typeface="Urbanist SemiBold"/>
              <a:buChar char="■"/>
              <a:defRPr>
                <a:solidFill>
                  <a:schemeClr val="lt1"/>
                </a:solidFill>
              </a:defRPr>
            </a:lvl6pPr>
            <a:lvl7pPr indent="-317500" lvl="6" marL="3200400" algn="ctr">
              <a:spcBef>
                <a:spcPts val="0"/>
              </a:spcBef>
              <a:spcAft>
                <a:spcPts val="0"/>
              </a:spcAft>
              <a:buClr>
                <a:schemeClr val="lt1"/>
              </a:buClr>
              <a:buSzPts val="1400"/>
              <a:buFont typeface="Urbanist SemiBold"/>
              <a:buChar char="●"/>
              <a:defRPr>
                <a:solidFill>
                  <a:schemeClr val="lt1"/>
                </a:solidFill>
              </a:defRPr>
            </a:lvl7pPr>
            <a:lvl8pPr indent="-317500" lvl="7" marL="3657600" algn="ctr">
              <a:spcBef>
                <a:spcPts val="0"/>
              </a:spcBef>
              <a:spcAft>
                <a:spcPts val="0"/>
              </a:spcAft>
              <a:buClr>
                <a:schemeClr val="lt1"/>
              </a:buClr>
              <a:buSzPts val="1400"/>
              <a:buFont typeface="Urbanist SemiBold"/>
              <a:buChar char="○"/>
              <a:defRPr>
                <a:solidFill>
                  <a:schemeClr val="lt1"/>
                </a:solidFill>
              </a:defRPr>
            </a:lvl8pPr>
            <a:lvl9pPr indent="-317500" lvl="8" marL="4114800" algn="ctr">
              <a:spcBef>
                <a:spcPts val="0"/>
              </a:spcBef>
              <a:spcAft>
                <a:spcPts val="0"/>
              </a:spcAft>
              <a:buClr>
                <a:schemeClr val="lt1"/>
              </a:buClr>
              <a:buSzPts val="1400"/>
              <a:buFont typeface="Urbanist SemiBold"/>
              <a:buChar char="■"/>
              <a:defRPr>
                <a:solidFill>
                  <a:schemeClr val="lt1"/>
                </a:solidFill>
              </a:defRPr>
            </a:lvl9pPr>
          </a:lstStyle>
          <a:p/>
        </p:txBody>
      </p:sp>
      <p:sp>
        <p:nvSpPr>
          <p:cNvPr id="207" name="Google Shape;207;p33"/>
          <p:cNvSpPr txBox="1"/>
          <p:nvPr>
            <p:ph idx="9" type="body"/>
          </p:nvPr>
        </p:nvSpPr>
        <p:spPr>
          <a:xfrm>
            <a:off x="6102000" y="3902775"/>
            <a:ext cx="2813700" cy="10173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Clr>
                <a:schemeClr val="lt1"/>
              </a:buClr>
              <a:buSzPts val="1400"/>
              <a:buFont typeface="Urbanist SemiBold"/>
              <a:buChar char="●"/>
              <a:defRPr>
                <a:solidFill>
                  <a:schemeClr val="lt1"/>
                </a:solidFill>
              </a:defRPr>
            </a:lvl1pPr>
            <a:lvl2pPr indent="-317500" lvl="1" marL="914400" algn="ctr">
              <a:spcBef>
                <a:spcPts val="0"/>
              </a:spcBef>
              <a:spcAft>
                <a:spcPts val="0"/>
              </a:spcAft>
              <a:buClr>
                <a:schemeClr val="lt1"/>
              </a:buClr>
              <a:buSzPts val="1400"/>
              <a:buFont typeface="Urbanist SemiBold"/>
              <a:buChar char="○"/>
              <a:defRPr>
                <a:solidFill>
                  <a:schemeClr val="lt1"/>
                </a:solidFill>
              </a:defRPr>
            </a:lvl2pPr>
            <a:lvl3pPr indent="-317500" lvl="2" marL="1371600" algn="ctr">
              <a:spcBef>
                <a:spcPts val="0"/>
              </a:spcBef>
              <a:spcAft>
                <a:spcPts val="0"/>
              </a:spcAft>
              <a:buClr>
                <a:schemeClr val="lt1"/>
              </a:buClr>
              <a:buSzPts val="1400"/>
              <a:buFont typeface="Urbanist SemiBold"/>
              <a:buChar char="■"/>
              <a:defRPr>
                <a:solidFill>
                  <a:schemeClr val="lt1"/>
                </a:solidFill>
              </a:defRPr>
            </a:lvl3pPr>
            <a:lvl4pPr indent="-317500" lvl="3" marL="1828800" algn="ctr">
              <a:spcBef>
                <a:spcPts val="0"/>
              </a:spcBef>
              <a:spcAft>
                <a:spcPts val="0"/>
              </a:spcAft>
              <a:buClr>
                <a:schemeClr val="lt1"/>
              </a:buClr>
              <a:buSzPts val="1400"/>
              <a:buFont typeface="Urbanist SemiBold"/>
              <a:buChar char="●"/>
              <a:defRPr>
                <a:solidFill>
                  <a:schemeClr val="lt1"/>
                </a:solidFill>
              </a:defRPr>
            </a:lvl4pPr>
            <a:lvl5pPr indent="-317500" lvl="4" marL="2286000" algn="ctr">
              <a:spcBef>
                <a:spcPts val="0"/>
              </a:spcBef>
              <a:spcAft>
                <a:spcPts val="0"/>
              </a:spcAft>
              <a:buClr>
                <a:schemeClr val="lt1"/>
              </a:buClr>
              <a:buSzPts val="1400"/>
              <a:buFont typeface="Urbanist SemiBold"/>
              <a:buChar char="○"/>
              <a:defRPr>
                <a:solidFill>
                  <a:schemeClr val="lt1"/>
                </a:solidFill>
              </a:defRPr>
            </a:lvl5pPr>
            <a:lvl6pPr indent="-317500" lvl="5" marL="2743200" algn="ctr">
              <a:spcBef>
                <a:spcPts val="0"/>
              </a:spcBef>
              <a:spcAft>
                <a:spcPts val="0"/>
              </a:spcAft>
              <a:buClr>
                <a:schemeClr val="lt1"/>
              </a:buClr>
              <a:buSzPts val="1400"/>
              <a:buFont typeface="Urbanist SemiBold"/>
              <a:buChar char="■"/>
              <a:defRPr>
                <a:solidFill>
                  <a:schemeClr val="lt1"/>
                </a:solidFill>
              </a:defRPr>
            </a:lvl6pPr>
            <a:lvl7pPr indent="-317500" lvl="6" marL="3200400" algn="ctr">
              <a:spcBef>
                <a:spcPts val="0"/>
              </a:spcBef>
              <a:spcAft>
                <a:spcPts val="0"/>
              </a:spcAft>
              <a:buClr>
                <a:schemeClr val="lt1"/>
              </a:buClr>
              <a:buSzPts val="1400"/>
              <a:buFont typeface="Urbanist SemiBold"/>
              <a:buChar char="●"/>
              <a:defRPr>
                <a:solidFill>
                  <a:schemeClr val="lt1"/>
                </a:solidFill>
              </a:defRPr>
            </a:lvl7pPr>
            <a:lvl8pPr indent="-317500" lvl="7" marL="3657600" algn="ctr">
              <a:spcBef>
                <a:spcPts val="0"/>
              </a:spcBef>
              <a:spcAft>
                <a:spcPts val="0"/>
              </a:spcAft>
              <a:buClr>
                <a:schemeClr val="lt1"/>
              </a:buClr>
              <a:buSzPts val="1400"/>
              <a:buFont typeface="Urbanist SemiBold"/>
              <a:buChar char="○"/>
              <a:defRPr>
                <a:solidFill>
                  <a:schemeClr val="lt1"/>
                </a:solidFill>
              </a:defRPr>
            </a:lvl8pPr>
            <a:lvl9pPr indent="-317500" lvl="8" marL="4114800" algn="ctr">
              <a:spcBef>
                <a:spcPts val="0"/>
              </a:spcBef>
              <a:spcAft>
                <a:spcPts val="0"/>
              </a:spcAft>
              <a:buClr>
                <a:schemeClr val="lt1"/>
              </a:buClr>
              <a:buSzPts val="1400"/>
              <a:buFont typeface="Urbanist SemiBold"/>
              <a:buChar char="■"/>
              <a:defRPr>
                <a:solidFill>
                  <a:schemeClr val="lt1"/>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21">
    <p:bg>
      <p:bgPr>
        <a:solidFill>
          <a:schemeClr val="lt2"/>
        </a:solidFill>
      </p:bgPr>
    </p:bg>
    <p:spTree>
      <p:nvGrpSpPr>
        <p:cNvPr id="208" name="Shape 208"/>
        <p:cNvGrpSpPr/>
        <p:nvPr/>
      </p:nvGrpSpPr>
      <p:grpSpPr>
        <a:xfrm>
          <a:off x="0" y="0"/>
          <a:ext cx="0" cy="0"/>
          <a:chOff x="0" y="0"/>
          <a:chExt cx="0" cy="0"/>
        </a:xfrm>
      </p:grpSpPr>
      <p:sp>
        <p:nvSpPr>
          <p:cNvPr id="209" name="Google Shape;209;p34"/>
          <p:cNvSpPr/>
          <p:nvPr>
            <p:ph idx="2" type="pic"/>
          </p:nvPr>
        </p:nvSpPr>
        <p:spPr>
          <a:xfrm>
            <a:off x="229050" y="457202"/>
            <a:ext cx="8689800" cy="44628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22">
    <p:bg>
      <p:bgPr>
        <a:solidFill>
          <a:schemeClr val="lt1"/>
        </a:solidFill>
      </p:bgPr>
    </p:bg>
    <p:spTree>
      <p:nvGrpSpPr>
        <p:cNvPr id="210" name="Shape 210"/>
        <p:cNvGrpSpPr/>
        <p:nvPr/>
      </p:nvGrpSpPr>
      <p:grpSpPr>
        <a:xfrm>
          <a:off x="0" y="0"/>
          <a:ext cx="0" cy="0"/>
          <a:chOff x="0" y="0"/>
          <a:chExt cx="0" cy="0"/>
        </a:xfrm>
      </p:grpSpPr>
      <p:sp>
        <p:nvSpPr>
          <p:cNvPr id="211" name="Google Shape;211;p35"/>
          <p:cNvSpPr/>
          <p:nvPr>
            <p:ph idx="2" type="pic"/>
          </p:nvPr>
        </p:nvSpPr>
        <p:spPr>
          <a:xfrm>
            <a:off x="-1069200" y="-1001175"/>
            <a:ext cx="2595600" cy="1766700"/>
          </a:xfrm>
          <a:prstGeom prst="rect">
            <a:avLst/>
          </a:prstGeom>
          <a:noFill/>
          <a:ln>
            <a:noFill/>
          </a:ln>
        </p:spPr>
      </p:sp>
      <p:sp>
        <p:nvSpPr>
          <p:cNvPr id="212" name="Google Shape;212;p35"/>
          <p:cNvSpPr/>
          <p:nvPr>
            <p:ph idx="3" type="pic"/>
          </p:nvPr>
        </p:nvSpPr>
        <p:spPr>
          <a:xfrm>
            <a:off x="6640725" y="-1001175"/>
            <a:ext cx="2733600" cy="2612100"/>
          </a:xfrm>
          <a:prstGeom prst="rect">
            <a:avLst/>
          </a:prstGeom>
          <a:noFill/>
          <a:ln>
            <a:noFill/>
          </a:ln>
        </p:spPr>
      </p:sp>
      <p:sp>
        <p:nvSpPr>
          <p:cNvPr id="213" name="Google Shape;213;p35"/>
          <p:cNvSpPr/>
          <p:nvPr>
            <p:ph idx="4" type="pic"/>
          </p:nvPr>
        </p:nvSpPr>
        <p:spPr>
          <a:xfrm>
            <a:off x="-636700" y="4283800"/>
            <a:ext cx="2595600" cy="1766700"/>
          </a:xfrm>
          <a:prstGeom prst="rect">
            <a:avLst/>
          </a:prstGeom>
          <a:noFill/>
          <a:ln>
            <a:noFill/>
          </a:ln>
        </p:spPr>
      </p:sp>
      <p:sp>
        <p:nvSpPr>
          <p:cNvPr id="214" name="Google Shape;214;p35"/>
          <p:cNvSpPr/>
          <p:nvPr>
            <p:ph idx="5" type="pic"/>
          </p:nvPr>
        </p:nvSpPr>
        <p:spPr>
          <a:xfrm>
            <a:off x="6865635" y="4313362"/>
            <a:ext cx="2508600" cy="1707600"/>
          </a:xfrm>
          <a:prstGeom prst="rect">
            <a:avLst/>
          </a:prstGeom>
          <a:noFill/>
          <a:ln>
            <a:noFill/>
          </a:ln>
        </p:spPr>
      </p:sp>
      <p:sp>
        <p:nvSpPr>
          <p:cNvPr id="215" name="Google Shape;215;p35"/>
          <p:cNvSpPr/>
          <p:nvPr>
            <p:ph idx="6" type="pic"/>
          </p:nvPr>
        </p:nvSpPr>
        <p:spPr>
          <a:xfrm>
            <a:off x="4767970" y="-408450"/>
            <a:ext cx="1464300" cy="1898400"/>
          </a:xfrm>
          <a:prstGeom prst="rect">
            <a:avLst/>
          </a:prstGeom>
          <a:noFill/>
          <a:ln>
            <a:noFill/>
          </a:ln>
        </p:spPr>
      </p:sp>
      <p:sp>
        <p:nvSpPr>
          <p:cNvPr id="216" name="Google Shape;216;p35"/>
          <p:cNvSpPr/>
          <p:nvPr>
            <p:ph idx="7" type="pic"/>
          </p:nvPr>
        </p:nvSpPr>
        <p:spPr>
          <a:xfrm>
            <a:off x="3237750" y="3511900"/>
            <a:ext cx="1824000" cy="2217000"/>
          </a:xfrm>
          <a:prstGeom prst="rect">
            <a:avLst/>
          </a:prstGeom>
          <a:noFill/>
          <a:ln>
            <a:noFill/>
          </a:ln>
        </p:spPr>
      </p:sp>
      <p:sp>
        <p:nvSpPr>
          <p:cNvPr id="217" name="Google Shape;217;p35"/>
          <p:cNvSpPr txBox="1"/>
          <p:nvPr>
            <p:ph type="title"/>
          </p:nvPr>
        </p:nvSpPr>
        <p:spPr>
          <a:xfrm>
            <a:off x="1417050" y="1717950"/>
            <a:ext cx="6309900" cy="17076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9400"/>
              <a:buFont typeface="Oswald"/>
              <a:buNone/>
              <a:defRPr/>
            </a:lvl1pPr>
            <a:lvl2pPr lvl="1" algn="ctr">
              <a:spcBef>
                <a:spcPts val="0"/>
              </a:spcBef>
              <a:spcAft>
                <a:spcPts val="0"/>
              </a:spcAft>
              <a:buClr>
                <a:schemeClr val="dk1"/>
              </a:buClr>
              <a:buSzPts val="9400"/>
              <a:buFont typeface="Oswald"/>
              <a:buNone/>
              <a:defRPr/>
            </a:lvl2pPr>
            <a:lvl3pPr lvl="2" algn="ctr">
              <a:spcBef>
                <a:spcPts val="0"/>
              </a:spcBef>
              <a:spcAft>
                <a:spcPts val="0"/>
              </a:spcAft>
              <a:buClr>
                <a:schemeClr val="dk1"/>
              </a:buClr>
              <a:buSzPts val="9400"/>
              <a:buFont typeface="Oswald"/>
              <a:buNone/>
              <a:defRPr/>
            </a:lvl3pPr>
            <a:lvl4pPr lvl="3" algn="ctr">
              <a:spcBef>
                <a:spcPts val="0"/>
              </a:spcBef>
              <a:spcAft>
                <a:spcPts val="0"/>
              </a:spcAft>
              <a:buClr>
                <a:schemeClr val="dk1"/>
              </a:buClr>
              <a:buSzPts val="9400"/>
              <a:buFont typeface="Oswald"/>
              <a:buNone/>
              <a:defRPr/>
            </a:lvl4pPr>
            <a:lvl5pPr lvl="4" algn="ctr">
              <a:spcBef>
                <a:spcPts val="0"/>
              </a:spcBef>
              <a:spcAft>
                <a:spcPts val="0"/>
              </a:spcAft>
              <a:buClr>
                <a:schemeClr val="dk1"/>
              </a:buClr>
              <a:buSzPts val="9400"/>
              <a:buFont typeface="Oswald"/>
              <a:buNone/>
              <a:defRPr/>
            </a:lvl5pPr>
            <a:lvl6pPr lvl="5" algn="ctr">
              <a:spcBef>
                <a:spcPts val="0"/>
              </a:spcBef>
              <a:spcAft>
                <a:spcPts val="0"/>
              </a:spcAft>
              <a:buClr>
                <a:schemeClr val="dk1"/>
              </a:buClr>
              <a:buSzPts val="9400"/>
              <a:buFont typeface="Oswald"/>
              <a:buNone/>
              <a:defRPr/>
            </a:lvl6pPr>
            <a:lvl7pPr lvl="6" algn="ctr">
              <a:spcBef>
                <a:spcPts val="0"/>
              </a:spcBef>
              <a:spcAft>
                <a:spcPts val="0"/>
              </a:spcAft>
              <a:buClr>
                <a:schemeClr val="dk1"/>
              </a:buClr>
              <a:buSzPts val="9400"/>
              <a:buFont typeface="Oswald"/>
              <a:buNone/>
              <a:defRPr/>
            </a:lvl7pPr>
            <a:lvl8pPr lvl="7" algn="ctr">
              <a:spcBef>
                <a:spcPts val="0"/>
              </a:spcBef>
              <a:spcAft>
                <a:spcPts val="0"/>
              </a:spcAft>
              <a:buClr>
                <a:schemeClr val="dk1"/>
              </a:buClr>
              <a:buSzPts val="9400"/>
              <a:buFont typeface="Oswald"/>
              <a:buNone/>
              <a:defRPr/>
            </a:lvl8pPr>
            <a:lvl9pPr lvl="8" algn="ctr">
              <a:spcBef>
                <a:spcPts val="0"/>
              </a:spcBef>
              <a:spcAft>
                <a:spcPts val="0"/>
              </a:spcAft>
              <a:buClr>
                <a:schemeClr val="dk1"/>
              </a:buClr>
              <a:buSzPts val="9400"/>
              <a:buFont typeface="Oswald"/>
              <a:buNone/>
              <a:defRPr/>
            </a:lvl9pPr>
          </a:lstStyle>
          <a:p/>
        </p:txBody>
      </p:sp>
      <p:sp>
        <p:nvSpPr>
          <p:cNvPr id="218" name="Google Shape;218;p35"/>
          <p:cNvSpPr/>
          <p:nvPr>
            <p:ph idx="8" type="pic"/>
          </p:nvPr>
        </p:nvSpPr>
        <p:spPr>
          <a:xfrm>
            <a:off x="-111696" y="1915800"/>
            <a:ext cx="1545600" cy="1707600"/>
          </a:xfrm>
          <a:prstGeom prst="rect">
            <a:avLst/>
          </a:prstGeom>
          <a:noFill/>
          <a:ln>
            <a:noFill/>
          </a:ln>
        </p:spPr>
      </p:sp>
      <p:sp>
        <p:nvSpPr>
          <p:cNvPr id="219" name="Google Shape;219;p35"/>
          <p:cNvSpPr/>
          <p:nvPr>
            <p:ph idx="9" type="pic"/>
          </p:nvPr>
        </p:nvSpPr>
        <p:spPr>
          <a:xfrm>
            <a:off x="7408575" y="2412400"/>
            <a:ext cx="2082900" cy="1099500"/>
          </a:xfrm>
          <a:prstGeom prst="rect">
            <a:avLst/>
          </a:prstGeom>
          <a:noFill/>
          <a:ln>
            <a:noFill/>
          </a:ln>
        </p:spPr>
      </p:sp>
      <p:sp>
        <p:nvSpPr>
          <p:cNvPr id="220" name="Google Shape;220;p35"/>
          <p:cNvSpPr/>
          <p:nvPr>
            <p:ph idx="13" type="pic"/>
          </p:nvPr>
        </p:nvSpPr>
        <p:spPr>
          <a:xfrm>
            <a:off x="2564004" y="-971625"/>
            <a:ext cx="1545600" cy="17076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21" name="Shape 221"/>
        <p:cNvGrpSpPr/>
        <p:nvPr/>
      </p:nvGrpSpPr>
      <p:grpSpPr>
        <a:xfrm>
          <a:off x="0" y="0"/>
          <a:ext cx="0" cy="0"/>
          <a:chOff x="0" y="0"/>
          <a:chExt cx="0" cy="0"/>
        </a:xfrm>
      </p:grpSpPr>
      <p:sp>
        <p:nvSpPr>
          <p:cNvPr id="222" name="Google Shape;222;p3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23" name="Google Shape;223;p3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4" name="Google Shape;224;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225" name="Shape 225"/>
        <p:cNvGrpSpPr/>
        <p:nvPr/>
      </p:nvGrpSpPr>
      <p:grpSpPr>
        <a:xfrm>
          <a:off x="0" y="0"/>
          <a:ext cx="0" cy="0"/>
          <a:chOff x="0" y="0"/>
          <a:chExt cx="0" cy="0"/>
        </a:xfrm>
      </p:grpSpPr>
      <p:sp>
        <p:nvSpPr>
          <p:cNvPr id="226" name="Google Shape;226;p3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7"/>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28" name="Google Shape;228;p3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29" name="Google Shape;229;p3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0" name="Google Shape;230;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231" name="Shape 231"/>
        <p:cNvGrpSpPr/>
        <p:nvPr/>
      </p:nvGrpSpPr>
      <p:grpSpPr>
        <a:xfrm>
          <a:off x="0" y="0"/>
          <a:ext cx="0" cy="0"/>
          <a:chOff x="0" y="0"/>
          <a:chExt cx="0" cy="0"/>
        </a:xfrm>
      </p:grpSpPr>
      <p:sp>
        <p:nvSpPr>
          <p:cNvPr id="232" name="Google Shape;232;p38"/>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400"/>
              <a:buNone/>
              <a:defRPr/>
            </a:lvl1pPr>
          </a:lstStyle>
          <a:p/>
        </p:txBody>
      </p:sp>
      <p:sp>
        <p:nvSpPr>
          <p:cNvPr id="233" name="Google Shape;233;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38" Type="http://schemas.openxmlformats.org/officeDocument/2006/relationships/theme" Target="../theme/theme1.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28600" y="-38100"/>
            <a:ext cx="8686800" cy="193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9400"/>
              <a:buFont typeface="Oswald"/>
              <a:buNone/>
              <a:defRPr b="1" sz="9400">
                <a:solidFill>
                  <a:schemeClr val="dk1"/>
                </a:solidFill>
                <a:latin typeface="Oswald"/>
                <a:ea typeface="Oswald"/>
                <a:cs typeface="Oswald"/>
                <a:sym typeface="Oswald"/>
              </a:defRPr>
            </a:lvl1pPr>
            <a:lvl2pPr lvl="1">
              <a:spcBef>
                <a:spcPts val="0"/>
              </a:spcBef>
              <a:spcAft>
                <a:spcPts val="0"/>
              </a:spcAft>
              <a:buClr>
                <a:schemeClr val="dk1"/>
              </a:buClr>
              <a:buSzPts val="9400"/>
              <a:buFont typeface="Oswald"/>
              <a:buNone/>
              <a:defRPr b="1" sz="9400">
                <a:solidFill>
                  <a:schemeClr val="dk1"/>
                </a:solidFill>
                <a:latin typeface="Oswald"/>
                <a:ea typeface="Oswald"/>
                <a:cs typeface="Oswald"/>
                <a:sym typeface="Oswald"/>
              </a:defRPr>
            </a:lvl2pPr>
            <a:lvl3pPr lvl="2">
              <a:spcBef>
                <a:spcPts val="0"/>
              </a:spcBef>
              <a:spcAft>
                <a:spcPts val="0"/>
              </a:spcAft>
              <a:buClr>
                <a:schemeClr val="dk1"/>
              </a:buClr>
              <a:buSzPts val="9400"/>
              <a:buFont typeface="Oswald"/>
              <a:buNone/>
              <a:defRPr b="1" sz="9400">
                <a:solidFill>
                  <a:schemeClr val="dk1"/>
                </a:solidFill>
                <a:latin typeface="Oswald"/>
                <a:ea typeface="Oswald"/>
                <a:cs typeface="Oswald"/>
                <a:sym typeface="Oswald"/>
              </a:defRPr>
            </a:lvl3pPr>
            <a:lvl4pPr lvl="3">
              <a:spcBef>
                <a:spcPts val="0"/>
              </a:spcBef>
              <a:spcAft>
                <a:spcPts val="0"/>
              </a:spcAft>
              <a:buClr>
                <a:schemeClr val="dk1"/>
              </a:buClr>
              <a:buSzPts val="9400"/>
              <a:buFont typeface="Oswald"/>
              <a:buNone/>
              <a:defRPr b="1" sz="9400">
                <a:solidFill>
                  <a:schemeClr val="dk1"/>
                </a:solidFill>
                <a:latin typeface="Oswald"/>
                <a:ea typeface="Oswald"/>
                <a:cs typeface="Oswald"/>
                <a:sym typeface="Oswald"/>
              </a:defRPr>
            </a:lvl4pPr>
            <a:lvl5pPr lvl="4">
              <a:spcBef>
                <a:spcPts val="0"/>
              </a:spcBef>
              <a:spcAft>
                <a:spcPts val="0"/>
              </a:spcAft>
              <a:buClr>
                <a:schemeClr val="dk1"/>
              </a:buClr>
              <a:buSzPts val="9400"/>
              <a:buFont typeface="Oswald"/>
              <a:buNone/>
              <a:defRPr b="1" sz="9400">
                <a:solidFill>
                  <a:schemeClr val="dk1"/>
                </a:solidFill>
                <a:latin typeface="Oswald"/>
                <a:ea typeface="Oswald"/>
                <a:cs typeface="Oswald"/>
                <a:sym typeface="Oswald"/>
              </a:defRPr>
            </a:lvl5pPr>
            <a:lvl6pPr lvl="5">
              <a:spcBef>
                <a:spcPts val="0"/>
              </a:spcBef>
              <a:spcAft>
                <a:spcPts val="0"/>
              </a:spcAft>
              <a:buClr>
                <a:schemeClr val="dk1"/>
              </a:buClr>
              <a:buSzPts val="9400"/>
              <a:buFont typeface="Oswald"/>
              <a:buNone/>
              <a:defRPr b="1" sz="9400">
                <a:solidFill>
                  <a:schemeClr val="dk1"/>
                </a:solidFill>
                <a:latin typeface="Oswald"/>
                <a:ea typeface="Oswald"/>
                <a:cs typeface="Oswald"/>
                <a:sym typeface="Oswald"/>
              </a:defRPr>
            </a:lvl6pPr>
            <a:lvl7pPr lvl="6">
              <a:spcBef>
                <a:spcPts val="0"/>
              </a:spcBef>
              <a:spcAft>
                <a:spcPts val="0"/>
              </a:spcAft>
              <a:buClr>
                <a:schemeClr val="dk1"/>
              </a:buClr>
              <a:buSzPts val="9400"/>
              <a:buFont typeface="Oswald"/>
              <a:buNone/>
              <a:defRPr b="1" sz="9400">
                <a:solidFill>
                  <a:schemeClr val="dk1"/>
                </a:solidFill>
                <a:latin typeface="Oswald"/>
                <a:ea typeface="Oswald"/>
                <a:cs typeface="Oswald"/>
                <a:sym typeface="Oswald"/>
              </a:defRPr>
            </a:lvl7pPr>
            <a:lvl8pPr lvl="7">
              <a:spcBef>
                <a:spcPts val="0"/>
              </a:spcBef>
              <a:spcAft>
                <a:spcPts val="0"/>
              </a:spcAft>
              <a:buClr>
                <a:schemeClr val="dk1"/>
              </a:buClr>
              <a:buSzPts val="9400"/>
              <a:buFont typeface="Oswald"/>
              <a:buNone/>
              <a:defRPr b="1" sz="9400">
                <a:solidFill>
                  <a:schemeClr val="dk1"/>
                </a:solidFill>
                <a:latin typeface="Oswald"/>
                <a:ea typeface="Oswald"/>
                <a:cs typeface="Oswald"/>
                <a:sym typeface="Oswald"/>
              </a:defRPr>
            </a:lvl8pPr>
            <a:lvl9pPr lvl="8">
              <a:spcBef>
                <a:spcPts val="0"/>
              </a:spcBef>
              <a:spcAft>
                <a:spcPts val="0"/>
              </a:spcAft>
              <a:buClr>
                <a:schemeClr val="dk1"/>
              </a:buClr>
              <a:buSzPts val="9400"/>
              <a:buFont typeface="Oswald"/>
              <a:buNone/>
              <a:defRPr b="1" sz="94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228600" y="3110625"/>
            <a:ext cx="8686800" cy="18096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Font typeface="Urbanist SemiBold"/>
              <a:buChar char="●"/>
              <a:defRPr>
                <a:solidFill>
                  <a:schemeClr val="dk1"/>
                </a:solidFill>
                <a:latin typeface="Urbanist SemiBold"/>
                <a:ea typeface="Urbanist SemiBold"/>
                <a:cs typeface="Urbanist SemiBold"/>
                <a:sym typeface="Urbanist SemiBold"/>
              </a:defRPr>
            </a:lvl1pPr>
            <a:lvl2pPr indent="-317500" lvl="1" marL="914400">
              <a:spcBef>
                <a:spcPts val="0"/>
              </a:spcBef>
              <a:spcAft>
                <a:spcPts val="0"/>
              </a:spcAft>
              <a:buClr>
                <a:schemeClr val="dk1"/>
              </a:buClr>
              <a:buSzPts val="1400"/>
              <a:buFont typeface="Urbanist SemiBold"/>
              <a:buChar char="○"/>
              <a:defRPr>
                <a:solidFill>
                  <a:schemeClr val="dk1"/>
                </a:solidFill>
                <a:latin typeface="Urbanist SemiBold"/>
                <a:ea typeface="Urbanist SemiBold"/>
                <a:cs typeface="Urbanist SemiBold"/>
                <a:sym typeface="Urbanist SemiBold"/>
              </a:defRPr>
            </a:lvl2pPr>
            <a:lvl3pPr indent="-317500" lvl="2" marL="1371600">
              <a:spcBef>
                <a:spcPts val="0"/>
              </a:spcBef>
              <a:spcAft>
                <a:spcPts val="0"/>
              </a:spcAft>
              <a:buClr>
                <a:schemeClr val="dk1"/>
              </a:buClr>
              <a:buSzPts val="1400"/>
              <a:buFont typeface="Urbanist SemiBold"/>
              <a:buChar char="■"/>
              <a:defRPr>
                <a:solidFill>
                  <a:schemeClr val="dk1"/>
                </a:solidFill>
                <a:latin typeface="Urbanist SemiBold"/>
                <a:ea typeface="Urbanist SemiBold"/>
                <a:cs typeface="Urbanist SemiBold"/>
                <a:sym typeface="Urbanist SemiBold"/>
              </a:defRPr>
            </a:lvl3pPr>
            <a:lvl4pPr indent="-317500" lvl="3" marL="1828800">
              <a:spcBef>
                <a:spcPts val="0"/>
              </a:spcBef>
              <a:spcAft>
                <a:spcPts val="0"/>
              </a:spcAft>
              <a:buClr>
                <a:schemeClr val="dk1"/>
              </a:buClr>
              <a:buSzPts val="1400"/>
              <a:buFont typeface="Urbanist SemiBold"/>
              <a:buChar char="●"/>
              <a:defRPr>
                <a:solidFill>
                  <a:schemeClr val="dk1"/>
                </a:solidFill>
                <a:latin typeface="Urbanist SemiBold"/>
                <a:ea typeface="Urbanist SemiBold"/>
                <a:cs typeface="Urbanist SemiBold"/>
                <a:sym typeface="Urbanist SemiBold"/>
              </a:defRPr>
            </a:lvl4pPr>
            <a:lvl5pPr indent="-317500" lvl="4" marL="2286000">
              <a:spcBef>
                <a:spcPts val="0"/>
              </a:spcBef>
              <a:spcAft>
                <a:spcPts val="0"/>
              </a:spcAft>
              <a:buClr>
                <a:schemeClr val="dk1"/>
              </a:buClr>
              <a:buSzPts val="1400"/>
              <a:buFont typeface="Urbanist SemiBold"/>
              <a:buChar char="○"/>
              <a:defRPr>
                <a:solidFill>
                  <a:schemeClr val="dk1"/>
                </a:solidFill>
                <a:latin typeface="Urbanist SemiBold"/>
                <a:ea typeface="Urbanist SemiBold"/>
                <a:cs typeface="Urbanist SemiBold"/>
                <a:sym typeface="Urbanist SemiBold"/>
              </a:defRPr>
            </a:lvl5pPr>
            <a:lvl6pPr indent="-317500" lvl="5" marL="2743200">
              <a:spcBef>
                <a:spcPts val="0"/>
              </a:spcBef>
              <a:spcAft>
                <a:spcPts val="0"/>
              </a:spcAft>
              <a:buClr>
                <a:schemeClr val="dk1"/>
              </a:buClr>
              <a:buSzPts val="1400"/>
              <a:buFont typeface="Urbanist SemiBold"/>
              <a:buChar char="■"/>
              <a:defRPr>
                <a:solidFill>
                  <a:schemeClr val="dk1"/>
                </a:solidFill>
                <a:latin typeface="Urbanist SemiBold"/>
                <a:ea typeface="Urbanist SemiBold"/>
                <a:cs typeface="Urbanist SemiBold"/>
                <a:sym typeface="Urbanist SemiBold"/>
              </a:defRPr>
            </a:lvl6pPr>
            <a:lvl7pPr indent="-317500" lvl="6" marL="3200400">
              <a:spcBef>
                <a:spcPts val="0"/>
              </a:spcBef>
              <a:spcAft>
                <a:spcPts val="0"/>
              </a:spcAft>
              <a:buClr>
                <a:schemeClr val="dk1"/>
              </a:buClr>
              <a:buSzPts val="1400"/>
              <a:buFont typeface="Urbanist SemiBold"/>
              <a:buChar char="●"/>
              <a:defRPr>
                <a:solidFill>
                  <a:schemeClr val="dk1"/>
                </a:solidFill>
                <a:latin typeface="Urbanist SemiBold"/>
                <a:ea typeface="Urbanist SemiBold"/>
                <a:cs typeface="Urbanist SemiBold"/>
                <a:sym typeface="Urbanist SemiBold"/>
              </a:defRPr>
            </a:lvl7pPr>
            <a:lvl8pPr indent="-317500" lvl="7" marL="3657600">
              <a:spcBef>
                <a:spcPts val="0"/>
              </a:spcBef>
              <a:spcAft>
                <a:spcPts val="0"/>
              </a:spcAft>
              <a:buClr>
                <a:schemeClr val="dk1"/>
              </a:buClr>
              <a:buSzPts val="1400"/>
              <a:buFont typeface="Urbanist SemiBold"/>
              <a:buChar char="○"/>
              <a:defRPr>
                <a:solidFill>
                  <a:schemeClr val="dk1"/>
                </a:solidFill>
                <a:latin typeface="Urbanist SemiBold"/>
                <a:ea typeface="Urbanist SemiBold"/>
                <a:cs typeface="Urbanist SemiBold"/>
                <a:sym typeface="Urbanist SemiBold"/>
              </a:defRPr>
            </a:lvl8pPr>
            <a:lvl9pPr indent="-317500" lvl="8" marL="4114800">
              <a:spcBef>
                <a:spcPts val="0"/>
              </a:spcBef>
              <a:spcAft>
                <a:spcPts val="0"/>
              </a:spcAft>
              <a:buClr>
                <a:schemeClr val="dk1"/>
              </a:buClr>
              <a:buSzPts val="1400"/>
              <a:buFont typeface="Urbanist SemiBold"/>
              <a:buChar char="■"/>
              <a:defRPr>
                <a:solidFill>
                  <a:schemeClr val="dk1"/>
                </a:solidFill>
                <a:latin typeface="Urbanist SemiBold"/>
                <a:ea typeface="Urbanist SemiBold"/>
                <a:cs typeface="Urbanist SemiBold"/>
                <a:sym typeface="Urbanist SemiBold"/>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42">
          <p15:clr>
            <a:srgbClr val="E46962"/>
          </p15:clr>
        </p15:guide>
        <p15:guide id="2" orient="horz" pos="3099">
          <p15:clr>
            <a:srgbClr val="E46962"/>
          </p15:clr>
        </p15:guide>
        <p15:guide id="3" pos="144">
          <p15:clr>
            <a:srgbClr val="E46962"/>
          </p15:clr>
        </p15:guide>
        <p15:guide id="4" pos="5616">
          <p15:clr>
            <a:srgbClr val="E46962"/>
          </p15:clr>
        </p15:guide>
        <p15:guide id="5" pos="529">
          <p15:clr>
            <a:srgbClr val="E46962"/>
          </p15:clr>
        </p15:guide>
        <p15:guide id="6" pos="606">
          <p15:clr>
            <a:srgbClr val="E46962"/>
          </p15:clr>
        </p15:guide>
        <p15:guide id="7" pos="991">
          <p15:clr>
            <a:srgbClr val="E46962"/>
          </p15:clr>
        </p15:guide>
        <p15:guide id="8" pos="1069">
          <p15:clr>
            <a:srgbClr val="E46962"/>
          </p15:clr>
        </p15:guide>
        <p15:guide id="9" pos="1454">
          <p15:clr>
            <a:srgbClr val="E46962"/>
          </p15:clr>
        </p15:guide>
        <p15:guide id="10" pos="1531">
          <p15:clr>
            <a:srgbClr val="E46962"/>
          </p15:clr>
        </p15:guide>
        <p15:guide id="11" pos="1916">
          <p15:clr>
            <a:srgbClr val="E46962"/>
          </p15:clr>
        </p15:guide>
        <p15:guide id="12" pos="1994">
          <p15:clr>
            <a:srgbClr val="E46962"/>
          </p15:clr>
        </p15:guide>
        <p15:guide id="13" pos="2379">
          <p15:clr>
            <a:srgbClr val="E46962"/>
          </p15:clr>
        </p15:guide>
        <p15:guide id="14" pos="2456">
          <p15:clr>
            <a:srgbClr val="E46962"/>
          </p15:clr>
        </p15:guide>
        <p15:guide id="15" pos="2841">
          <p15:clr>
            <a:srgbClr val="E46962"/>
          </p15:clr>
        </p15:guide>
        <p15:guide id="16" pos="2919">
          <p15:clr>
            <a:srgbClr val="E46962"/>
          </p15:clr>
        </p15:guide>
        <p15:guide id="17" pos="3381">
          <p15:clr>
            <a:srgbClr val="E46962"/>
          </p15:clr>
        </p15:guide>
        <p15:guide id="18" pos="3304">
          <p15:clr>
            <a:srgbClr val="E46962"/>
          </p15:clr>
        </p15:guide>
        <p15:guide id="19" pos="3766">
          <p15:clr>
            <a:srgbClr val="E46962"/>
          </p15:clr>
        </p15:guide>
        <p15:guide id="20" pos="3844">
          <p15:clr>
            <a:srgbClr val="E46962"/>
          </p15:clr>
        </p15:guide>
        <p15:guide id="21" pos="4229">
          <p15:clr>
            <a:srgbClr val="E46962"/>
          </p15:clr>
        </p15:guide>
        <p15:guide id="22" pos="4306">
          <p15:clr>
            <a:srgbClr val="E46962"/>
          </p15:clr>
        </p15:guide>
        <p15:guide id="23" pos="4691">
          <p15:clr>
            <a:srgbClr val="E46962"/>
          </p15:clr>
        </p15:guide>
        <p15:guide id="24" pos="4769">
          <p15:clr>
            <a:srgbClr val="E46962"/>
          </p15:clr>
        </p15:guide>
        <p15:guide id="25" pos="5154">
          <p15:clr>
            <a:srgbClr val="E46962"/>
          </p15:clr>
        </p15:guide>
        <p15:guide id="26" pos="5231">
          <p15:clr>
            <a:srgbClr val="E46962"/>
          </p15:clr>
        </p15:guide>
        <p15:guide id="27" orient="horz" pos="288">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9"/>
          <p:cNvSpPr txBox="1"/>
          <p:nvPr>
            <p:ph type="title"/>
          </p:nvPr>
        </p:nvSpPr>
        <p:spPr>
          <a:xfrm>
            <a:off x="228600" y="155500"/>
            <a:ext cx="8687100" cy="1647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990"/>
              <a:buFont typeface="Arial"/>
              <a:buNone/>
            </a:pPr>
            <a:r>
              <a:rPr i="1" lang="en" sz="6500"/>
              <a:t>Klebsiella pneumoniae</a:t>
            </a:r>
            <a:endParaRPr sz="6500"/>
          </a:p>
          <a:p>
            <a:pPr indent="0" lvl="0" marL="0" rtl="0" algn="ctr">
              <a:spcBef>
                <a:spcPts val="0"/>
              </a:spcBef>
              <a:spcAft>
                <a:spcPts val="0"/>
              </a:spcAft>
              <a:buClr>
                <a:schemeClr val="dk1"/>
              </a:buClr>
              <a:buSzPts val="990"/>
              <a:buFont typeface="Arial"/>
              <a:buNone/>
            </a:pPr>
            <a:r>
              <a:t/>
            </a:r>
            <a:endParaRPr sz="6500"/>
          </a:p>
        </p:txBody>
      </p:sp>
      <p:sp>
        <p:nvSpPr>
          <p:cNvPr id="239" name="Google Shape;239;p39"/>
          <p:cNvSpPr txBox="1"/>
          <p:nvPr>
            <p:ph idx="1" type="subTitle"/>
          </p:nvPr>
        </p:nvSpPr>
        <p:spPr>
          <a:xfrm>
            <a:off x="283225" y="4230302"/>
            <a:ext cx="8700900" cy="3288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b="1" lang="en" sz="2000">
                <a:latin typeface="Urbanist"/>
                <a:ea typeface="Urbanist"/>
                <a:cs typeface="Urbanist"/>
                <a:sym typeface="Urbanist"/>
              </a:rPr>
              <a:t>Transcriptome Analysis of WT and dskA Mutant</a:t>
            </a:r>
            <a:endParaRPr b="1" sz="2000">
              <a:latin typeface="Urbanist"/>
              <a:ea typeface="Urbanist"/>
              <a:cs typeface="Urbanist"/>
              <a:sym typeface="Urbanist"/>
            </a:endParaRPr>
          </a:p>
          <a:p>
            <a:pPr indent="0" lvl="0" marL="0" rtl="0" algn="ctr">
              <a:lnSpc>
                <a:spcPct val="80000"/>
              </a:lnSpc>
              <a:spcBef>
                <a:spcPts val="0"/>
              </a:spcBef>
              <a:spcAft>
                <a:spcPts val="0"/>
              </a:spcAft>
              <a:buClr>
                <a:schemeClr val="dk1"/>
              </a:buClr>
              <a:buSzPts val="1100"/>
              <a:buFont typeface="Arial"/>
              <a:buNone/>
            </a:pPr>
            <a:r>
              <a:t/>
            </a:r>
            <a:endParaRPr b="1" sz="1800">
              <a:latin typeface="Urbanist"/>
              <a:ea typeface="Urbanist"/>
              <a:cs typeface="Urbanist"/>
              <a:sym typeface="Urbanist"/>
            </a:endParaRPr>
          </a:p>
          <a:p>
            <a:pPr indent="0" lvl="0" marL="0" rtl="0" algn="ctr">
              <a:lnSpc>
                <a:spcPct val="80000"/>
              </a:lnSpc>
              <a:spcBef>
                <a:spcPts val="0"/>
              </a:spcBef>
              <a:spcAft>
                <a:spcPts val="0"/>
              </a:spcAft>
              <a:buClr>
                <a:schemeClr val="dk1"/>
              </a:buClr>
              <a:buSzPts val="1100"/>
              <a:buFont typeface="Arial"/>
              <a:buNone/>
            </a:pPr>
            <a:r>
              <a:rPr lang="en" sz="1800"/>
              <a:t>Cassie Haakma</a:t>
            </a:r>
            <a:endParaRPr sz="1800"/>
          </a:p>
          <a:p>
            <a:pPr indent="0" lvl="0" marL="0" rtl="0" algn="ctr">
              <a:spcBef>
                <a:spcPts val="0"/>
              </a:spcBef>
              <a:spcAft>
                <a:spcPts val="0"/>
              </a:spcAft>
              <a:buNone/>
            </a:pPr>
            <a:r>
              <a:t/>
            </a:r>
            <a:endParaRPr sz="1800"/>
          </a:p>
        </p:txBody>
      </p:sp>
      <p:pic>
        <p:nvPicPr>
          <p:cNvPr id="240" name="Google Shape;240;p39"/>
          <p:cNvPicPr preferRelativeResize="0"/>
          <p:nvPr/>
        </p:nvPicPr>
        <p:blipFill>
          <a:blip r:embed="rId3">
            <a:alphaModFix/>
          </a:blip>
          <a:stretch>
            <a:fillRect/>
          </a:stretch>
        </p:blipFill>
        <p:spPr>
          <a:xfrm>
            <a:off x="2979650" y="1672500"/>
            <a:ext cx="3061800" cy="2041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0"/>
          <p:cNvSpPr txBox="1"/>
          <p:nvPr>
            <p:ph type="title"/>
          </p:nvPr>
        </p:nvSpPr>
        <p:spPr>
          <a:xfrm>
            <a:off x="228600" y="234925"/>
            <a:ext cx="8689800" cy="82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4000"/>
              <a:t>Transcriptome Analysis</a:t>
            </a:r>
            <a:endParaRPr sz="4000"/>
          </a:p>
        </p:txBody>
      </p:sp>
      <p:sp>
        <p:nvSpPr>
          <p:cNvPr id="246" name="Google Shape;246;p40"/>
          <p:cNvSpPr txBox="1"/>
          <p:nvPr>
            <p:ph idx="1" type="subTitle"/>
          </p:nvPr>
        </p:nvSpPr>
        <p:spPr>
          <a:xfrm>
            <a:off x="228600" y="1289250"/>
            <a:ext cx="6119400" cy="30438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lang="en" sz="2500"/>
              <a:t>Goals:</a:t>
            </a:r>
            <a:endParaRPr sz="2500"/>
          </a:p>
          <a:p>
            <a:pPr indent="0" lvl="0" marL="0" rtl="0" algn="l">
              <a:lnSpc>
                <a:spcPct val="80000"/>
              </a:lnSpc>
              <a:spcBef>
                <a:spcPts val="0"/>
              </a:spcBef>
              <a:spcAft>
                <a:spcPts val="0"/>
              </a:spcAft>
              <a:buNone/>
            </a:pPr>
            <a:r>
              <a:t/>
            </a:r>
            <a:endParaRPr sz="2200"/>
          </a:p>
          <a:p>
            <a:pPr indent="-368300" lvl="0" marL="457200" rtl="0" algn="l">
              <a:lnSpc>
                <a:spcPct val="80000"/>
              </a:lnSpc>
              <a:spcBef>
                <a:spcPts val="0"/>
              </a:spcBef>
              <a:spcAft>
                <a:spcPts val="0"/>
              </a:spcAft>
              <a:buSzPts val="2200"/>
              <a:buChar char="❏"/>
            </a:pPr>
            <a:r>
              <a:rPr lang="en" sz="2200"/>
              <a:t>Assess sequencing quality</a:t>
            </a:r>
            <a:endParaRPr sz="2200"/>
          </a:p>
          <a:p>
            <a:pPr indent="-368300" lvl="0" marL="457200" rtl="0" algn="l">
              <a:lnSpc>
                <a:spcPct val="80000"/>
              </a:lnSpc>
              <a:spcBef>
                <a:spcPts val="0"/>
              </a:spcBef>
              <a:spcAft>
                <a:spcPts val="0"/>
              </a:spcAft>
              <a:buSzPts val="2200"/>
              <a:buChar char="❏"/>
            </a:pPr>
            <a:r>
              <a:rPr lang="en" sz="2200"/>
              <a:t>Align RNA-seq reads to a reference genome</a:t>
            </a:r>
            <a:endParaRPr sz="2200"/>
          </a:p>
          <a:p>
            <a:pPr indent="-368300" lvl="0" marL="457200" rtl="0" algn="l">
              <a:lnSpc>
                <a:spcPct val="80000"/>
              </a:lnSpc>
              <a:spcBef>
                <a:spcPts val="0"/>
              </a:spcBef>
              <a:spcAft>
                <a:spcPts val="0"/>
              </a:spcAft>
              <a:buSzPts val="2200"/>
              <a:buChar char="❏"/>
            </a:pPr>
            <a:r>
              <a:rPr lang="en" sz="2200"/>
              <a:t>Assemble transcripts</a:t>
            </a:r>
            <a:endParaRPr sz="2200"/>
          </a:p>
          <a:p>
            <a:pPr indent="-368300" lvl="0" marL="457200" rtl="0" algn="l">
              <a:lnSpc>
                <a:spcPct val="80000"/>
              </a:lnSpc>
              <a:spcBef>
                <a:spcPts val="0"/>
              </a:spcBef>
              <a:spcAft>
                <a:spcPts val="0"/>
              </a:spcAft>
              <a:buSzPts val="2200"/>
              <a:buChar char="❏"/>
            </a:pPr>
            <a:r>
              <a:rPr lang="en" sz="2200"/>
              <a:t>Quantify gene expression</a:t>
            </a:r>
            <a:endParaRPr sz="2200"/>
          </a:p>
          <a:p>
            <a:pPr indent="-368300" lvl="0" marL="457200" rtl="0" algn="l">
              <a:lnSpc>
                <a:spcPct val="80000"/>
              </a:lnSpc>
              <a:spcBef>
                <a:spcPts val="0"/>
              </a:spcBef>
              <a:spcAft>
                <a:spcPts val="0"/>
              </a:spcAft>
              <a:buSzPts val="2200"/>
              <a:buChar char="❏"/>
            </a:pPr>
            <a:r>
              <a:rPr lang="en" sz="2200"/>
              <a:t>Differential expression analysis</a:t>
            </a:r>
            <a:endParaRPr sz="2200"/>
          </a:p>
          <a:p>
            <a:pPr indent="-368300" lvl="0" marL="457200" rtl="0" algn="l">
              <a:lnSpc>
                <a:spcPct val="80000"/>
              </a:lnSpc>
              <a:spcBef>
                <a:spcPts val="0"/>
              </a:spcBef>
              <a:spcAft>
                <a:spcPts val="0"/>
              </a:spcAft>
              <a:buSzPts val="2200"/>
              <a:buChar char="❏"/>
            </a:pPr>
            <a:r>
              <a:rPr lang="en" sz="2200"/>
              <a:t>Visualize expression changes</a:t>
            </a:r>
            <a:endParaRPr sz="2200"/>
          </a:p>
        </p:txBody>
      </p:sp>
      <p:pic>
        <p:nvPicPr>
          <p:cNvPr id="247" name="Google Shape;247;p40"/>
          <p:cNvPicPr preferRelativeResize="0"/>
          <p:nvPr/>
        </p:nvPicPr>
        <p:blipFill>
          <a:blip r:embed="rId3">
            <a:alphaModFix/>
          </a:blip>
          <a:stretch>
            <a:fillRect/>
          </a:stretch>
        </p:blipFill>
        <p:spPr>
          <a:xfrm>
            <a:off x="5614547" y="3207349"/>
            <a:ext cx="3408551" cy="1824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1"/>
          <p:cNvSpPr txBox="1"/>
          <p:nvPr>
            <p:ph type="title"/>
          </p:nvPr>
        </p:nvSpPr>
        <p:spPr>
          <a:xfrm>
            <a:off x="225600" y="234925"/>
            <a:ext cx="8689800" cy="131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300"/>
              <a:t>Quality Control and Read Processing</a:t>
            </a:r>
            <a:endParaRPr sz="4300"/>
          </a:p>
        </p:txBody>
      </p:sp>
      <p:sp>
        <p:nvSpPr>
          <p:cNvPr id="253" name="Google Shape;253;p41"/>
          <p:cNvSpPr txBox="1"/>
          <p:nvPr>
            <p:ph idx="1" type="subTitle"/>
          </p:nvPr>
        </p:nvSpPr>
        <p:spPr>
          <a:xfrm>
            <a:off x="230400" y="1499750"/>
            <a:ext cx="5869800" cy="2475000"/>
          </a:xfrm>
          <a:prstGeom prst="rect">
            <a:avLst/>
          </a:prstGeom>
        </p:spPr>
        <p:txBody>
          <a:bodyPr anchorCtr="0" anchor="ctr" bIns="91425" lIns="91425" spcFirstLastPara="1" rIns="91425" wrap="square" tIns="91425">
            <a:noAutofit/>
          </a:bodyPr>
          <a:lstStyle/>
          <a:p>
            <a:pPr indent="-355600" lvl="0" marL="457200" rtl="0" algn="l">
              <a:lnSpc>
                <a:spcPct val="80000"/>
              </a:lnSpc>
              <a:spcBef>
                <a:spcPts val="0"/>
              </a:spcBef>
              <a:spcAft>
                <a:spcPts val="0"/>
              </a:spcAft>
              <a:buSzPts val="2000"/>
              <a:buChar char="❏"/>
            </a:pPr>
            <a:r>
              <a:rPr lang="en" sz="2000"/>
              <a:t>FastQC (Falco) - Quality assessment</a:t>
            </a:r>
            <a:endParaRPr sz="2000"/>
          </a:p>
          <a:p>
            <a:pPr indent="0" lvl="0" marL="457200" rtl="0" algn="l">
              <a:lnSpc>
                <a:spcPct val="80000"/>
              </a:lnSpc>
              <a:spcBef>
                <a:spcPts val="0"/>
              </a:spcBef>
              <a:spcAft>
                <a:spcPts val="0"/>
              </a:spcAft>
              <a:buNone/>
            </a:pPr>
            <a:r>
              <a:t/>
            </a:r>
            <a:endParaRPr sz="2000"/>
          </a:p>
          <a:p>
            <a:pPr indent="-355600" lvl="0" marL="457200" rtl="0" algn="l">
              <a:lnSpc>
                <a:spcPct val="80000"/>
              </a:lnSpc>
              <a:spcBef>
                <a:spcPts val="0"/>
              </a:spcBef>
              <a:spcAft>
                <a:spcPts val="0"/>
              </a:spcAft>
              <a:buSzPts val="2000"/>
              <a:buChar char="❏"/>
            </a:pPr>
            <a:r>
              <a:rPr lang="en" sz="2000"/>
              <a:t>Trimming (Fastp)</a:t>
            </a:r>
            <a:endParaRPr sz="2000"/>
          </a:p>
          <a:p>
            <a:pPr indent="0" lvl="0" marL="457200" rtl="0" algn="l">
              <a:lnSpc>
                <a:spcPct val="80000"/>
              </a:lnSpc>
              <a:spcBef>
                <a:spcPts val="0"/>
              </a:spcBef>
              <a:spcAft>
                <a:spcPts val="0"/>
              </a:spcAft>
              <a:buNone/>
            </a:pPr>
            <a:r>
              <a:t/>
            </a:r>
            <a:endParaRPr sz="2000"/>
          </a:p>
          <a:p>
            <a:pPr indent="-355600" lvl="0" marL="457200" rtl="0" algn="l">
              <a:lnSpc>
                <a:spcPct val="80000"/>
              </a:lnSpc>
              <a:spcBef>
                <a:spcPts val="0"/>
              </a:spcBef>
              <a:spcAft>
                <a:spcPts val="0"/>
              </a:spcAft>
              <a:buSzPts val="2000"/>
              <a:buChar char="❏"/>
            </a:pPr>
            <a:r>
              <a:rPr lang="en" sz="2000"/>
              <a:t>Importance: </a:t>
            </a:r>
            <a:endParaRPr sz="2000"/>
          </a:p>
          <a:p>
            <a:pPr indent="-330200" lvl="1" marL="914400" rtl="0" algn="l">
              <a:lnSpc>
                <a:spcPct val="80000"/>
              </a:lnSpc>
              <a:spcBef>
                <a:spcPts val="0"/>
              </a:spcBef>
              <a:spcAft>
                <a:spcPts val="0"/>
              </a:spcAft>
              <a:buSzPts val="1600"/>
              <a:buChar char="❏"/>
            </a:pPr>
            <a:r>
              <a:rPr lang="en" sz="1600"/>
              <a:t>Reduces sequencing errors</a:t>
            </a:r>
            <a:endParaRPr sz="1600"/>
          </a:p>
          <a:p>
            <a:pPr indent="-330200" lvl="1" marL="914400" rtl="0" algn="l">
              <a:lnSpc>
                <a:spcPct val="80000"/>
              </a:lnSpc>
              <a:spcBef>
                <a:spcPts val="0"/>
              </a:spcBef>
              <a:spcAft>
                <a:spcPts val="0"/>
              </a:spcAft>
              <a:buSzPts val="1600"/>
              <a:buChar char="❏"/>
            </a:pPr>
            <a:r>
              <a:rPr lang="en" sz="1600"/>
              <a:t>Produces more reliable/cleaner datasets</a:t>
            </a:r>
            <a:endParaRPr sz="1600"/>
          </a:p>
        </p:txBody>
      </p:sp>
      <p:pic>
        <p:nvPicPr>
          <p:cNvPr id="254" name="Google Shape;254;p41" title="Screenshot 2026-05-07 at 1.14.29 PM.png"/>
          <p:cNvPicPr preferRelativeResize="0"/>
          <p:nvPr/>
        </p:nvPicPr>
        <p:blipFill>
          <a:blip r:embed="rId3">
            <a:alphaModFix/>
          </a:blip>
          <a:stretch>
            <a:fillRect/>
          </a:stretch>
        </p:blipFill>
        <p:spPr>
          <a:xfrm>
            <a:off x="5244775" y="3040750"/>
            <a:ext cx="3848248" cy="2031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2"/>
          <p:cNvSpPr txBox="1"/>
          <p:nvPr>
            <p:ph idx="1" type="subTitle"/>
          </p:nvPr>
        </p:nvSpPr>
        <p:spPr>
          <a:xfrm>
            <a:off x="228600" y="1390050"/>
            <a:ext cx="8075700" cy="1553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HISAT2: Reads alignment</a:t>
            </a:r>
            <a:endParaRPr sz="1800"/>
          </a:p>
          <a:p>
            <a:pPr indent="-342900" lvl="0" marL="457200" rtl="0" algn="l">
              <a:spcBef>
                <a:spcPts val="0"/>
              </a:spcBef>
              <a:spcAft>
                <a:spcPts val="0"/>
              </a:spcAft>
              <a:buSzPts val="1800"/>
              <a:buChar char="❏"/>
            </a:pPr>
            <a:r>
              <a:rPr lang="en" sz="1800"/>
              <a:t>StringTie: Produces GTF/GFF transcript</a:t>
            </a:r>
            <a:endParaRPr sz="1800"/>
          </a:p>
          <a:p>
            <a:pPr indent="-342900" lvl="0" marL="457200" rtl="0" algn="l">
              <a:spcBef>
                <a:spcPts val="0"/>
              </a:spcBef>
              <a:spcAft>
                <a:spcPts val="0"/>
              </a:spcAft>
              <a:buSzPts val="1800"/>
              <a:buChar char="❏"/>
            </a:pPr>
            <a:r>
              <a:rPr lang="en" sz="1800"/>
              <a:t>Importance: </a:t>
            </a:r>
            <a:endParaRPr sz="1800"/>
          </a:p>
          <a:p>
            <a:pPr indent="-342900" lvl="1" marL="914400" rtl="0" algn="l">
              <a:spcBef>
                <a:spcPts val="0"/>
              </a:spcBef>
              <a:spcAft>
                <a:spcPts val="0"/>
              </a:spcAft>
              <a:buSzPts val="1800"/>
              <a:buChar char="❏"/>
            </a:pPr>
            <a:r>
              <a:rPr lang="en" sz="1800"/>
              <a:t>IDs condition-specific gene </a:t>
            </a:r>
            <a:r>
              <a:rPr lang="en" sz="1800"/>
              <a:t>expression</a:t>
            </a:r>
            <a:endParaRPr sz="1800"/>
          </a:p>
          <a:p>
            <a:pPr indent="-342900" lvl="1" marL="914400" rtl="0" algn="l">
              <a:spcBef>
                <a:spcPts val="0"/>
              </a:spcBef>
              <a:spcAft>
                <a:spcPts val="0"/>
              </a:spcAft>
              <a:buSzPts val="1800"/>
              <a:buChar char="❏"/>
            </a:pPr>
            <a:r>
              <a:rPr lang="en" sz="1800"/>
              <a:t>Reveals active genes/transcript variants</a:t>
            </a:r>
            <a:endParaRPr sz="1800"/>
          </a:p>
        </p:txBody>
      </p:sp>
      <p:sp>
        <p:nvSpPr>
          <p:cNvPr id="260" name="Google Shape;260;p42"/>
          <p:cNvSpPr txBox="1"/>
          <p:nvPr>
            <p:ph type="title"/>
          </p:nvPr>
        </p:nvSpPr>
        <p:spPr>
          <a:xfrm>
            <a:off x="228600" y="234925"/>
            <a:ext cx="8689800" cy="131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4500"/>
              <a:t>Alignment</a:t>
            </a:r>
            <a:r>
              <a:rPr lang="en" sz="4500"/>
              <a:t> and Transcript Assembly</a:t>
            </a:r>
            <a:endParaRPr sz="4500"/>
          </a:p>
        </p:txBody>
      </p:sp>
      <p:pic>
        <p:nvPicPr>
          <p:cNvPr id="261" name="Google Shape;261;p42" title="Screenshot 2026-05-07 at 1.22.05 PM.png"/>
          <p:cNvPicPr preferRelativeResize="0"/>
          <p:nvPr/>
        </p:nvPicPr>
        <p:blipFill>
          <a:blip r:embed="rId3">
            <a:alphaModFix/>
          </a:blip>
          <a:stretch>
            <a:fillRect/>
          </a:stretch>
        </p:blipFill>
        <p:spPr>
          <a:xfrm>
            <a:off x="152400" y="3095550"/>
            <a:ext cx="8828701" cy="1895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3"/>
          <p:cNvSpPr txBox="1"/>
          <p:nvPr>
            <p:ph type="title"/>
          </p:nvPr>
        </p:nvSpPr>
        <p:spPr>
          <a:xfrm>
            <a:off x="101450" y="457200"/>
            <a:ext cx="8818200" cy="22506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Clr>
                <a:schemeClr val="dk1"/>
              </a:buClr>
              <a:buSzPts val="990"/>
              <a:buNone/>
            </a:pPr>
            <a:r>
              <a:rPr b="0" lang="en" sz="4500">
                <a:latin typeface="Oswald SemiBold"/>
                <a:ea typeface="Oswald SemiBold"/>
                <a:cs typeface="Oswald SemiBold"/>
                <a:sym typeface="Oswald SemiBold"/>
              </a:rPr>
              <a:t>Differential Gene Expression Analysis</a:t>
            </a:r>
            <a:endParaRPr sz="4500">
              <a:latin typeface="Oswald SemiBold"/>
              <a:ea typeface="Oswald SemiBold"/>
              <a:cs typeface="Oswald SemiBold"/>
              <a:sym typeface="Oswald SemiBold"/>
            </a:endParaRPr>
          </a:p>
        </p:txBody>
      </p:sp>
      <p:sp>
        <p:nvSpPr>
          <p:cNvPr id="267" name="Google Shape;267;p43"/>
          <p:cNvSpPr txBox="1"/>
          <p:nvPr>
            <p:ph idx="2" type="subTitle"/>
          </p:nvPr>
        </p:nvSpPr>
        <p:spPr>
          <a:xfrm>
            <a:off x="167000" y="1405050"/>
            <a:ext cx="4785000" cy="3416700"/>
          </a:xfrm>
          <a:prstGeom prst="rect">
            <a:avLst/>
          </a:prstGeom>
        </p:spPr>
        <p:txBody>
          <a:bodyPr anchorCtr="0" anchor="ctr" bIns="91425" lIns="91425" spcFirstLastPara="1" rIns="91425" wrap="square" tIns="91425">
            <a:noAutofit/>
          </a:bodyPr>
          <a:lstStyle/>
          <a:p>
            <a:pPr indent="-349250" lvl="0" marL="457200" rtl="0" algn="l">
              <a:spcBef>
                <a:spcPts val="0"/>
              </a:spcBef>
              <a:spcAft>
                <a:spcPts val="0"/>
              </a:spcAft>
              <a:buSzPts val="1900"/>
              <a:buChar char="❏"/>
            </a:pPr>
            <a:r>
              <a:rPr lang="en" sz="1900"/>
              <a:t>Quantification via FeatureCounts</a:t>
            </a:r>
            <a:endParaRPr sz="1900"/>
          </a:p>
          <a:p>
            <a:pPr indent="-349250" lvl="0" marL="457200" rtl="0" algn="l">
              <a:spcBef>
                <a:spcPts val="0"/>
              </a:spcBef>
              <a:spcAft>
                <a:spcPts val="0"/>
              </a:spcAft>
              <a:buSzPts val="1900"/>
              <a:buChar char="❏"/>
            </a:pPr>
            <a:r>
              <a:rPr lang="en" sz="1900"/>
              <a:t>DEseq2: Statistical analysis</a:t>
            </a:r>
            <a:endParaRPr sz="1900"/>
          </a:p>
          <a:p>
            <a:pPr indent="-349250" lvl="1" marL="914400" rtl="0" algn="l">
              <a:spcBef>
                <a:spcPts val="0"/>
              </a:spcBef>
              <a:spcAft>
                <a:spcPts val="0"/>
              </a:spcAft>
              <a:buSzPts val="1900"/>
              <a:buChar char="❏"/>
            </a:pPr>
            <a:r>
              <a:rPr lang="en" sz="1900"/>
              <a:t>Positive log2(FC) → Upregulated genes</a:t>
            </a:r>
            <a:endParaRPr sz="1900"/>
          </a:p>
          <a:p>
            <a:pPr indent="-349250" lvl="1" marL="914400" rtl="0" algn="l">
              <a:spcBef>
                <a:spcPts val="0"/>
              </a:spcBef>
              <a:spcAft>
                <a:spcPts val="0"/>
              </a:spcAft>
              <a:buSzPts val="1900"/>
              <a:buChar char="❏"/>
            </a:pPr>
            <a:r>
              <a:rPr lang="en" sz="1900"/>
              <a:t>Negative log2(FC) → Downregulated</a:t>
            </a:r>
            <a:endParaRPr sz="1900"/>
          </a:p>
          <a:p>
            <a:pPr indent="-349250" lvl="1" marL="914400" rtl="0" algn="l">
              <a:spcBef>
                <a:spcPts val="0"/>
              </a:spcBef>
              <a:spcAft>
                <a:spcPts val="0"/>
              </a:spcAft>
              <a:buSzPts val="1900"/>
              <a:buChar char="❏"/>
            </a:pPr>
            <a:r>
              <a:rPr lang="en" sz="1900"/>
              <a:t>P-adj &lt; 0.05 indicates statistical significance</a:t>
            </a:r>
            <a:endParaRPr sz="1900"/>
          </a:p>
        </p:txBody>
      </p:sp>
      <p:pic>
        <p:nvPicPr>
          <p:cNvPr id="268" name="Google Shape;268;p43" title="Screenshot 2026-05-07 at 2.06.30 PM.png"/>
          <p:cNvPicPr preferRelativeResize="0"/>
          <p:nvPr/>
        </p:nvPicPr>
        <p:blipFill>
          <a:blip r:embed="rId3">
            <a:alphaModFix/>
          </a:blip>
          <a:stretch>
            <a:fillRect/>
          </a:stretch>
        </p:blipFill>
        <p:spPr>
          <a:xfrm>
            <a:off x="4895244" y="2742978"/>
            <a:ext cx="4248758" cy="2250600"/>
          </a:xfrm>
          <a:prstGeom prst="rect">
            <a:avLst/>
          </a:prstGeom>
          <a:noFill/>
          <a:ln>
            <a:noFill/>
          </a:ln>
        </p:spPr>
      </p:pic>
      <p:pic>
        <p:nvPicPr>
          <p:cNvPr id="269" name="Google Shape;269;p43" title="Screenshot 2026-05-07 at 2.42.46 PM.png"/>
          <p:cNvPicPr preferRelativeResize="0"/>
          <p:nvPr/>
        </p:nvPicPr>
        <p:blipFill rotWithShape="1">
          <a:blip r:embed="rId4">
            <a:alphaModFix/>
          </a:blip>
          <a:srcRect b="17026" l="0" r="0" t="32512"/>
          <a:stretch/>
        </p:blipFill>
        <p:spPr>
          <a:xfrm>
            <a:off x="5113825" y="1194575"/>
            <a:ext cx="3971800" cy="14226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4"/>
          <p:cNvSpPr txBox="1"/>
          <p:nvPr>
            <p:ph type="title"/>
          </p:nvPr>
        </p:nvSpPr>
        <p:spPr>
          <a:xfrm>
            <a:off x="225600" y="234925"/>
            <a:ext cx="8689800" cy="131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4500"/>
              <a:t>Data Visualization and Biological Interpretation</a:t>
            </a:r>
            <a:endParaRPr sz="4500"/>
          </a:p>
        </p:txBody>
      </p:sp>
      <p:sp>
        <p:nvSpPr>
          <p:cNvPr id="275" name="Google Shape;275;p44"/>
          <p:cNvSpPr txBox="1"/>
          <p:nvPr>
            <p:ph idx="1" type="subTitle"/>
          </p:nvPr>
        </p:nvSpPr>
        <p:spPr>
          <a:xfrm>
            <a:off x="225600" y="1746450"/>
            <a:ext cx="2202600" cy="545100"/>
          </a:xfrm>
          <a:prstGeom prst="rect">
            <a:avLst/>
          </a:prstGeom>
        </p:spPr>
        <p:txBody>
          <a:bodyPr anchorCtr="0" anchor="t" bIns="91425" lIns="91425" spcFirstLastPara="1" rIns="91425" wrap="square" tIns="91425">
            <a:noAutofit/>
          </a:bodyPr>
          <a:lstStyle/>
          <a:p>
            <a:pPr indent="-330200" lvl="0" marL="457200" rtl="0" algn="l">
              <a:lnSpc>
                <a:spcPct val="80000"/>
              </a:lnSpc>
              <a:spcBef>
                <a:spcPts val="0"/>
              </a:spcBef>
              <a:spcAft>
                <a:spcPts val="0"/>
              </a:spcAft>
              <a:buSzPts val="1600"/>
              <a:buChar char="❏"/>
            </a:pPr>
            <a:r>
              <a:rPr lang="en"/>
              <a:t>Volcano plot</a:t>
            </a:r>
            <a:endParaRPr/>
          </a:p>
        </p:txBody>
      </p:sp>
      <p:sp>
        <p:nvSpPr>
          <p:cNvPr id="276" name="Google Shape;276;p44"/>
          <p:cNvSpPr txBox="1"/>
          <p:nvPr>
            <p:ph idx="1" type="subTitle"/>
          </p:nvPr>
        </p:nvSpPr>
        <p:spPr>
          <a:xfrm>
            <a:off x="4633675" y="1746450"/>
            <a:ext cx="1718400" cy="745500"/>
          </a:xfrm>
          <a:prstGeom prst="rect">
            <a:avLst/>
          </a:prstGeom>
        </p:spPr>
        <p:txBody>
          <a:bodyPr anchorCtr="0" anchor="t" bIns="91425" lIns="91425" spcFirstLastPara="1" rIns="91425" wrap="square" tIns="91425">
            <a:noAutofit/>
          </a:bodyPr>
          <a:lstStyle/>
          <a:p>
            <a:pPr indent="-330200" lvl="0" marL="457200" rtl="0" algn="l">
              <a:lnSpc>
                <a:spcPct val="80000"/>
              </a:lnSpc>
              <a:spcBef>
                <a:spcPts val="0"/>
              </a:spcBef>
              <a:spcAft>
                <a:spcPts val="0"/>
              </a:spcAft>
              <a:buSzPts val="1600"/>
              <a:buChar char="❏"/>
            </a:pPr>
            <a:r>
              <a:rPr lang="en"/>
              <a:t>Heatmap</a:t>
            </a:r>
            <a:endParaRPr/>
          </a:p>
        </p:txBody>
      </p:sp>
      <p:pic>
        <p:nvPicPr>
          <p:cNvPr id="277" name="Google Shape;277;p44" title="Screenshot 2026-05-07 at 2.08.49 PM.png"/>
          <p:cNvPicPr preferRelativeResize="0"/>
          <p:nvPr/>
        </p:nvPicPr>
        <p:blipFill rotWithShape="1">
          <a:blip r:embed="rId3">
            <a:alphaModFix/>
          </a:blip>
          <a:srcRect b="5021" l="20833" r="20534" t="7962"/>
          <a:stretch/>
        </p:blipFill>
        <p:spPr>
          <a:xfrm>
            <a:off x="633175" y="2360950"/>
            <a:ext cx="2744223" cy="2645101"/>
          </a:xfrm>
          <a:prstGeom prst="rect">
            <a:avLst/>
          </a:prstGeom>
          <a:noFill/>
          <a:ln>
            <a:noFill/>
          </a:ln>
        </p:spPr>
      </p:pic>
      <p:pic>
        <p:nvPicPr>
          <p:cNvPr id="278" name="Google Shape;278;p44" title="Screenshot 2026-05-07 at 2.10.10 PM.png"/>
          <p:cNvPicPr preferRelativeResize="0"/>
          <p:nvPr/>
        </p:nvPicPr>
        <p:blipFill rotWithShape="1">
          <a:blip r:embed="rId4">
            <a:alphaModFix/>
          </a:blip>
          <a:srcRect b="3026" l="20722" r="20107" t="8744"/>
          <a:stretch/>
        </p:blipFill>
        <p:spPr>
          <a:xfrm>
            <a:off x="5444191" y="2291550"/>
            <a:ext cx="2888607" cy="27970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Extracurricular Info">
  <a:themeElements>
    <a:clrScheme name="Simple Light">
      <a:dk1>
        <a:srgbClr val="000000"/>
      </a:dk1>
      <a:lt1>
        <a:srgbClr val="E6E6DD"/>
      </a:lt1>
      <a:dk2>
        <a:srgbClr val="2A7D4E"/>
      </a:dk2>
      <a:lt2>
        <a:srgbClr val="BBC5EA"/>
      </a:lt2>
      <a:accent1>
        <a:srgbClr val="FFFFFF"/>
      </a:accent1>
      <a:accent2>
        <a:srgbClr val="6F5172"/>
      </a:accent2>
      <a:accent3>
        <a:srgbClr val="945D5D"/>
      </a:accent3>
      <a:accent4>
        <a:srgbClr val="595959"/>
      </a:accent4>
      <a:accent5>
        <a:srgbClr val="22717A"/>
      </a:accent5>
      <a:accent6>
        <a:srgbClr val="888B63"/>
      </a:accent6>
      <a:hlink>
        <a:srgbClr val="1D321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